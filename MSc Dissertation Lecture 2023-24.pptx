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9" r:id="rId1"/>
    <p:sldMasterId id="2147483702" r:id="rId2"/>
  </p:sldMasterIdLst>
  <p:notesMasterIdLst>
    <p:notesMasterId r:id="rId31"/>
  </p:notesMasterIdLst>
  <p:sldIdLst>
    <p:sldId id="266" r:id="rId3"/>
    <p:sldId id="287" r:id="rId4"/>
    <p:sldId id="258" r:id="rId5"/>
    <p:sldId id="386" r:id="rId6"/>
    <p:sldId id="435" r:id="rId7"/>
    <p:sldId id="388" r:id="rId8"/>
    <p:sldId id="387" r:id="rId9"/>
    <p:sldId id="422" r:id="rId10"/>
    <p:sldId id="407" r:id="rId11"/>
    <p:sldId id="257" r:id="rId12"/>
    <p:sldId id="444" r:id="rId13"/>
    <p:sldId id="442" r:id="rId14"/>
    <p:sldId id="405" r:id="rId15"/>
    <p:sldId id="426" r:id="rId16"/>
    <p:sldId id="441" r:id="rId17"/>
    <p:sldId id="436" r:id="rId18"/>
    <p:sldId id="439" r:id="rId19"/>
    <p:sldId id="423" r:id="rId20"/>
    <p:sldId id="428" r:id="rId21"/>
    <p:sldId id="427" r:id="rId22"/>
    <p:sldId id="424" r:id="rId23"/>
    <p:sldId id="425" r:id="rId24"/>
    <p:sldId id="440" r:id="rId25"/>
    <p:sldId id="433" r:id="rId26"/>
    <p:sldId id="437" r:id="rId27"/>
    <p:sldId id="430" r:id="rId28"/>
    <p:sldId id="431" r:id="rId29"/>
    <p:sldId id="299" r:id="rId3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8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87897" autoAdjust="0"/>
  </p:normalViewPr>
  <p:slideViewPr>
    <p:cSldViewPr snapToGrid="0">
      <p:cViewPr varScale="1">
        <p:scale>
          <a:sx n="127" d="100"/>
          <a:sy n="127" d="100"/>
        </p:scale>
        <p:origin x="177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E4DD15-6A50-44BB-9FF6-5C19A205D0E6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DC195B9-9C5F-4765-9284-0EADDE5F0B76}">
      <dgm:prSet phldrT="[Text]"/>
      <dgm:spPr/>
      <dgm:t>
        <a:bodyPr/>
        <a:lstStyle/>
        <a:p>
          <a:r>
            <a:rPr lang="en-GB" dirty="0">
              <a:latin typeface="Arial"/>
            </a:rPr>
            <a:t>08/03</a:t>
          </a:r>
          <a:endParaRPr lang="en-GB" dirty="0"/>
        </a:p>
      </dgm:t>
    </dgm:pt>
    <dgm:pt modelId="{2AEDA446-2041-4A21-8731-9F7E49BF10B1}" type="parTrans" cxnId="{AA624EA8-B695-4BFF-A3ED-118D9CBFDA10}">
      <dgm:prSet/>
      <dgm:spPr/>
      <dgm:t>
        <a:bodyPr/>
        <a:lstStyle/>
        <a:p>
          <a:endParaRPr lang="en-GB"/>
        </a:p>
      </dgm:t>
    </dgm:pt>
    <dgm:pt modelId="{A1DBEC54-C911-4A5D-B960-6CCBA73723D3}" type="sibTrans" cxnId="{AA624EA8-B695-4BFF-A3ED-118D9CBFDA10}">
      <dgm:prSet/>
      <dgm:spPr/>
      <dgm:t>
        <a:bodyPr/>
        <a:lstStyle/>
        <a:p>
          <a:endParaRPr lang="en-GB"/>
        </a:p>
      </dgm:t>
    </dgm:pt>
    <dgm:pt modelId="{415C480B-5793-4C3F-956E-3ACB03C2618A}">
      <dgm:prSet phldrT="[Text]"/>
      <dgm:spPr/>
      <dgm:t>
        <a:bodyPr/>
        <a:lstStyle/>
        <a:p>
          <a:r>
            <a:rPr lang="en-GB" dirty="0">
              <a:latin typeface="Arial"/>
            </a:rPr>
            <a:t>18/03</a:t>
          </a:r>
          <a:endParaRPr lang="en-GB" dirty="0"/>
        </a:p>
      </dgm:t>
    </dgm:pt>
    <dgm:pt modelId="{94EBACC0-0089-4879-B3ED-2A2EED4B8384}" type="parTrans" cxnId="{C8B15B89-8B62-44C8-BF8D-4B28E235A99A}">
      <dgm:prSet/>
      <dgm:spPr/>
      <dgm:t>
        <a:bodyPr/>
        <a:lstStyle/>
        <a:p>
          <a:endParaRPr lang="en-GB"/>
        </a:p>
      </dgm:t>
    </dgm:pt>
    <dgm:pt modelId="{3AEA7A77-3E88-4F0C-A220-95DDACFB07CF}" type="sibTrans" cxnId="{C8B15B89-8B62-44C8-BF8D-4B28E235A99A}">
      <dgm:prSet/>
      <dgm:spPr/>
      <dgm:t>
        <a:bodyPr/>
        <a:lstStyle/>
        <a:p>
          <a:endParaRPr lang="en-GB"/>
        </a:p>
      </dgm:t>
    </dgm:pt>
    <dgm:pt modelId="{8EA832C4-DC67-4D14-80C5-A3FEEA25F3C3}">
      <dgm:prSet phldrT="[Text]"/>
      <dgm:spPr/>
      <dgm:t>
        <a:bodyPr/>
        <a:lstStyle/>
        <a:p>
          <a:r>
            <a:rPr lang="en-GB" dirty="0"/>
            <a:t>Topic choices due</a:t>
          </a:r>
        </a:p>
      </dgm:t>
    </dgm:pt>
    <dgm:pt modelId="{92CF32A4-90A1-4C46-ADAC-EC33BCD1CAD8}" type="parTrans" cxnId="{6AF0AC90-5EF9-4408-BEFE-638E24A0C178}">
      <dgm:prSet/>
      <dgm:spPr/>
      <dgm:t>
        <a:bodyPr/>
        <a:lstStyle/>
        <a:p>
          <a:endParaRPr lang="en-GB"/>
        </a:p>
      </dgm:t>
    </dgm:pt>
    <dgm:pt modelId="{7CD76B4F-2567-48D2-A411-C4642DC55B9E}" type="sibTrans" cxnId="{6AF0AC90-5EF9-4408-BEFE-638E24A0C178}">
      <dgm:prSet/>
      <dgm:spPr/>
      <dgm:t>
        <a:bodyPr/>
        <a:lstStyle/>
        <a:p>
          <a:endParaRPr lang="en-GB"/>
        </a:p>
      </dgm:t>
    </dgm:pt>
    <dgm:pt modelId="{62480FDB-D3CB-4B8E-9CBC-A16E9BFB9F81}">
      <dgm:prSet phldrT="[Text]"/>
      <dgm:spPr/>
      <dgm:t>
        <a:bodyPr/>
        <a:lstStyle/>
        <a:p>
          <a:r>
            <a:rPr lang="en-GB" dirty="0"/>
            <a:t>Topics available to students</a:t>
          </a:r>
        </a:p>
      </dgm:t>
    </dgm:pt>
    <dgm:pt modelId="{9C2257F1-763B-4583-9578-C25982F95D3C}" type="parTrans" cxnId="{CF6315BB-D9E0-4046-AE8A-087FAAA26EB8}">
      <dgm:prSet/>
      <dgm:spPr/>
      <dgm:t>
        <a:bodyPr/>
        <a:lstStyle/>
        <a:p>
          <a:endParaRPr lang="en-GB"/>
        </a:p>
      </dgm:t>
    </dgm:pt>
    <dgm:pt modelId="{A0C3AEA9-F67A-4FE7-9C80-ED4C8D30C2CE}" type="sibTrans" cxnId="{CF6315BB-D9E0-4046-AE8A-087FAAA26EB8}">
      <dgm:prSet/>
      <dgm:spPr/>
      <dgm:t>
        <a:bodyPr/>
        <a:lstStyle/>
        <a:p>
          <a:endParaRPr lang="en-GB"/>
        </a:p>
      </dgm:t>
    </dgm:pt>
    <dgm:pt modelId="{AF083CFF-D613-4E7B-869A-087E1DE6267D}">
      <dgm:prSet phldrT="[Text]"/>
      <dgm:spPr/>
      <dgm:t>
        <a:bodyPr/>
        <a:lstStyle/>
        <a:p>
          <a:r>
            <a:rPr lang="en-GB" dirty="0">
              <a:latin typeface="Arial"/>
            </a:rPr>
            <a:t>29/03</a:t>
          </a:r>
          <a:endParaRPr lang="en-GB" dirty="0"/>
        </a:p>
      </dgm:t>
    </dgm:pt>
    <dgm:pt modelId="{21D34FC4-396A-4F0F-84FD-1897A2864B34}" type="parTrans" cxnId="{7AF1E29E-62ED-4D1E-9BF8-90F28EE0049F}">
      <dgm:prSet/>
      <dgm:spPr/>
      <dgm:t>
        <a:bodyPr/>
        <a:lstStyle/>
        <a:p>
          <a:endParaRPr lang="en-GB"/>
        </a:p>
      </dgm:t>
    </dgm:pt>
    <dgm:pt modelId="{314A6B15-E189-4A0B-9F57-254AF734A9B3}" type="sibTrans" cxnId="{7AF1E29E-62ED-4D1E-9BF8-90F28EE0049F}">
      <dgm:prSet/>
      <dgm:spPr/>
      <dgm:t>
        <a:bodyPr/>
        <a:lstStyle/>
        <a:p>
          <a:endParaRPr lang="en-GB"/>
        </a:p>
      </dgm:t>
    </dgm:pt>
    <dgm:pt modelId="{A4FCCF1B-3656-4299-A29B-516D1BA1C11E}">
      <dgm:prSet phldrT="[Text]"/>
      <dgm:spPr/>
      <dgm:t>
        <a:bodyPr/>
        <a:lstStyle/>
        <a:p>
          <a:r>
            <a:rPr lang="en-GB" dirty="0"/>
            <a:t>Supervisor allocated</a:t>
          </a:r>
        </a:p>
      </dgm:t>
    </dgm:pt>
    <dgm:pt modelId="{D72E184F-F018-410C-83BB-A8BEA5FC7F36}" type="parTrans" cxnId="{FFE6FA1D-6060-4A2B-B474-313AA0A8833B}">
      <dgm:prSet/>
      <dgm:spPr/>
      <dgm:t>
        <a:bodyPr/>
        <a:lstStyle/>
        <a:p>
          <a:endParaRPr lang="en-GB"/>
        </a:p>
      </dgm:t>
    </dgm:pt>
    <dgm:pt modelId="{6F564E71-4291-4989-9CF5-AC0C6B5C3096}" type="sibTrans" cxnId="{FFE6FA1D-6060-4A2B-B474-313AA0A8833B}">
      <dgm:prSet/>
      <dgm:spPr/>
      <dgm:t>
        <a:bodyPr/>
        <a:lstStyle/>
        <a:p>
          <a:endParaRPr lang="en-GB"/>
        </a:p>
      </dgm:t>
    </dgm:pt>
    <dgm:pt modelId="{6B22CCF0-39E4-4485-B31C-021F73D16906}">
      <dgm:prSet phldrT="[Text]"/>
      <dgm:spPr/>
      <dgm:t>
        <a:bodyPr/>
        <a:lstStyle/>
        <a:p>
          <a:r>
            <a:rPr lang="en-GB" dirty="0">
              <a:latin typeface="Arial"/>
            </a:rPr>
            <a:t>17/05</a:t>
          </a:r>
          <a:endParaRPr lang="en-GB" dirty="0"/>
        </a:p>
      </dgm:t>
    </dgm:pt>
    <dgm:pt modelId="{B982C090-4044-4D09-AC9D-1F68B30C13AE}" type="parTrans" cxnId="{ADDB110C-ECF5-46AF-864C-A5AAB8EEB659}">
      <dgm:prSet/>
      <dgm:spPr/>
      <dgm:t>
        <a:bodyPr/>
        <a:lstStyle/>
        <a:p>
          <a:endParaRPr lang="en-GB"/>
        </a:p>
      </dgm:t>
    </dgm:pt>
    <dgm:pt modelId="{043361CE-1116-4B29-9874-EFC3A7102E9A}" type="sibTrans" cxnId="{ADDB110C-ECF5-46AF-864C-A5AAB8EEB659}">
      <dgm:prSet/>
      <dgm:spPr/>
      <dgm:t>
        <a:bodyPr/>
        <a:lstStyle/>
        <a:p>
          <a:endParaRPr lang="en-GB"/>
        </a:p>
      </dgm:t>
    </dgm:pt>
    <dgm:pt modelId="{5011D085-5920-4302-80E5-357EC79F1DA4}">
      <dgm:prSet phldrT="[Text]"/>
      <dgm:spPr/>
      <dgm:t>
        <a:bodyPr/>
        <a:lstStyle/>
        <a:p>
          <a:r>
            <a:rPr lang="en-GB" dirty="0"/>
            <a:t>Proposal due</a:t>
          </a:r>
        </a:p>
      </dgm:t>
    </dgm:pt>
    <dgm:pt modelId="{FB15959E-2F46-439D-9482-9EDDD5DCE7B7}" type="parTrans" cxnId="{67FA3A5E-2915-4804-8D6C-93239AFBB565}">
      <dgm:prSet/>
      <dgm:spPr/>
      <dgm:t>
        <a:bodyPr/>
        <a:lstStyle/>
        <a:p>
          <a:endParaRPr lang="en-GB"/>
        </a:p>
      </dgm:t>
    </dgm:pt>
    <dgm:pt modelId="{A2882492-EFE9-424C-9AEB-030F5E899A8A}" type="sibTrans" cxnId="{67FA3A5E-2915-4804-8D6C-93239AFBB565}">
      <dgm:prSet/>
      <dgm:spPr/>
      <dgm:t>
        <a:bodyPr/>
        <a:lstStyle/>
        <a:p>
          <a:endParaRPr lang="en-GB"/>
        </a:p>
      </dgm:t>
    </dgm:pt>
    <dgm:pt modelId="{79DC20AF-E9A6-4EF9-9AAB-A8C6C74ACFEB}">
      <dgm:prSet phldrT="[Text]"/>
      <dgm:spPr/>
      <dgm:t>
        <a:bodyPr/>
        <a:lstStyle/>
        <a:p>
          <a:r>
            <a:rPr lang="en-GB" dirty="0">
              <a:latin typeface="Arial"/>
            </a:rPr>
            <a:t>14/06</a:t>
          </a:r>
          <a:endParaRPr lang="en-GB" dirty="0"/>
        </a:p>
      </dgm:t>
    </dgm:pt>
    <dgm:pt modelId="{FF04A2C7-BD5F-4F2F-B4AA-92BB9D8642DC}" type="parTrans" cxnId="{B111C132-A333-4842-AF1F-5C876CFE1398}">
      <dgm:prSet/>
      <dgm:spPr/>
      <dgm:t>
        <a:bodyPr/>
        <a:lstStyle/>
        <a:p>
          <a:endParaRPr lang="en-GB"/>
        </a:p>
      </dgm:t>
    </dgm:pt>
    <dgm:pt modelId="{01D3A9A9-C76E-41D8-B8F5-4B23F43C6E05}" type="sibTrans" cxnId="{B111C132-A333-4842-AF1F-5C876CFE1398}">
      <dgm:prSet/>
      <dgm:spPr/>
      <dgm:t>
        <a:bodyPr/>
        <a:lstStyle/>
        <a:p>
          <a:endParaRPr lang="en-GB"/>
        </a:p>
      </dgm:t>
    </dgm:pt>
    <dgm:pt modelId="{959AEFE9-6AA2-4624-B725-18BCA9BA3A9B}">
      <dgm:prSet phldrT="[Text]"/>
      <dgm:spPr/>
      <dgm:t>
        <a:bodyPr/>
        <a:lstStyle/>
        <a:p>
          <a:r>
            <a:rPr lang="en-GB" dirty="0"/>
            <a:t>Draft chapter due</a:t>
          </a:r>
        </a:p>
      </dgm:t>
    </dgm:pt>
    <dgm:pt modelId="{BEFC614A-408F-4844-8021-980A6061F943}" type="parTrans" cxnId="{3FDE5686-A0A5-4579-B001-0F188087E3FE}">
      <dgm:prSet/>
      <dgm:spPr/>
      <dgm:t>
        <a:bodyPr/>
        <a:lstStyle/>
        <a:p>
          <a:endParaRPr lang="en-GB"/>
        </a:p>
      </dgm:t>
    </dgm:pt>
    <dgm:pt modelId="{D891CB3F-FE41-4CB4-B7F1-6D62267CEDE8}" type="sibTrans" cxnId="{3FDE5686-A0A5-4579-B001-0F188087E3FE}">
      <dgm:prSet/>
      <dgm:spPr/>
      <dgm:t>
        <a:bodyPr/>
        <a:lstStyle/>
        <a:p>
          <a:endParaRPr lang="en-GB"/>
        </a:p>
      </dgm:t>
    </dgm:pt>
    <dgm:pt modelId="{5FF999AA-1DB8-44C5-8B09-84C15F5BED99}">
      <dgm:prSet phldrT="[Text]"/>
      <dgm:spPr/>
      <dgm:t>
        <a:bodyPr/>
        <a:lstStyle/>
        <a:p>
          <a:r>
            <a:rPr lang="en-GB" dirty="0"/>
            <a:t>06/09</a:t>
          </a:r>
        </a:p>
      </dgm:t>
    </dgm:pt>
    <dgm:pt modelId="{03228702-27AC-4625-9DD3-D1537FFD5A6B}" type="parTrans" cxnId="{FBC8ADF6-083C-4593-9623-906D49E2099D}">
      <dgm:prSet/>
      <dgm:spPr/>
      <dgm:t>
        <a:bodyPr/>
        <a:lstStyle/>
        <a:p>
          <a:endParaRPr lang="en-GB"/>
        </a:p>
      </dgm:t>
    </dgm:pt>
    <dgm:pt modelId="{D7058275-C30B-4235-8FDF-FCBF4EA44FD0}" type="sibTrans" cxnId="{FBC8ADF6-083C-4593-9623-906D49E2099D}">
      <dgm:prSet/>
      <dgm:spPr/>
      <dgm:t>
        <a:bodyPr/>
        <a:lstStyle/>
        <a:p>
          <a:endParaRPr lang="en-GB"/>
        </a:p>
      </dgm:t>
    </dgm:pt>
    <dgm:pt modelId="{B17B7E63-089A-4FAC-8503-FD45913EB9E5}">
      <dgm:prSet phldrT="[Text]"/>
      <dgm:spPr/>
      <dgm:t>
        <a:bodyPr/>
        <a:lstStyle/>
        <a:p>
          <a:r>
            <a:rPr lang="en-GB" dirty="0"/>
            <a:t>Dissertation due</a:t>
          </a:r>
        </a:p>
      </dgm:t>
    </dgm:pt>
    <dgm:pt modelId="{780963DD-2B4E-4C88-812F-CB4C4FFA950D}" type="parTrans" cxnId="{4CA57A8D-C263-47EB-B0B6-FA151FB9119E}">
      <dgm:prSet/>
      <dgm:spPr/>
      <dgm:t>
        <a:bodyPr/>
        <a:lstStyle/>
        <a:p>
          <a:endParaRPr lang="en-GB"/>
        </a:p>
      </dgm:t>
    </dgm:pt>
    <dgm:pt modelId="{A2CFC612-AEF3-4072-816F-6043C83AA3A5}" type="sibTrans" cxnId="{4CA57A8D-C263-47EB-B0B6-FA151FB9119E}">
      <dgm:prSet/>
      <dgm:spPr/>
      <dgm:t>
        <a:bodyPr/>
        <a:lstStyle/>
        <a:p>
          <a:endParaRPr lang="en-GB"/>
        </a:p>
      </dgm:t>
    </dgm:pt>
    <dgm:pt modelId="{02D25F67-513C-4CD7-93F7-273B267FCD2E}" type="pres">
      <dgm:prSet presAssocID="{0EE4DD15-6A50-44BB-9FF6-5C19A205D0E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07B8360-7CC3-4970-8451-EC05BA75195F}" type="pres">
      <dgm:prSet presAssocID="{9DC195B9-9C5F-4765-9284-0EADDE5F0B76}" presName="root" presStyleCnt="0"/>
      <dgm:spPr/>
    </dgm:pt>
    <dgm:pt modelId="{CC7EF3A8-94AE-4318-876E-7794A2A3DDAA}" type="pres">
      <dgm:prSet presAssocID="{9DC195B9-9C5F-4765-9284-0EADDE5F0B76}" presName="rootComposite" presStyleCnt="0"/>
      <dgm:spPr/>
    </dgm:pt>
    <dgm:pt modelId="{FC7C1E9B-737E-4C69-9E97-A4B9FB306815}" type="pres">
      <dgm:prSet presAssocID="{9DC195B9-9C5F-4765-9284-0EADDE5F0B76}" presName="rootText" presStyleLbl="node1" presStyleIdx="0" presStyleCnt="6"/>
      <dgm:spPr/>
    </dgm:pt>
    <dgm:pt modelId="{6BEF442A-8191-4EEB-8D49-59AD3EE60970}" type="pres">
      <dgm:prSet presAssocID="{9DC195B9-9C5F-4765-9284-0EADDE5F0B76}" presName="rootConnector" presStyleLbl="node1" presStyleIdx="0" presStyleCnt="6"/>
      <dgm:spPr/>
    </dgm:pt>
    <dgm:pt modelId="{E0712465-76B8-44FC-8CCD-CFFA7FBF60BA}" type="pres">
      <dgm:prSet presAssocID="{9DC195B9-9C5F-4765-9284-0EADDE5F0B76}" presName="childShape" presStyleCnt="0"/>
      <dgm:spPr/>
    </dgm:pt>
    <dgm:pt modelId="{0E2E51D5-A974-4C92-A8C4-6691910209D6}" type="pres">
      <dgm:prSet presAssocID="{9C2257F1-763B-4583-9578-C25982F95D3C}" presName="Name13" presStyleLbl="parChTrans1D2" presStyleIdx="0" presStyleCnt="6"/>
      <dgm:spPr/>
    </dgm:pt>
    <dgm:pt modelId="{E741F1F3-F892-4696-8972-C5BB07E16DFE}" type="pres">
      <dgm:prSet presAssocID="{62480FDB-D3CB-4B8E-9CBC-A16E9BFB9F81}" presName="childText" presStyleLbl="bgAcc1" presStyleIdx="0" presStyleCnt="6">
        <dgm:presLayoutVars>
          <dgm:bulletEnabled val="1"/>
        </dgm:presLayoutVars>
      </dgm:prSet>
      <dgm:spPr/>
    </dgm:pt>
    <dgm:pt modelId="{EBFC3BB8-7758-4075-9D13-61E6DE05BF6F}" type="pres">
      <dgm:prSet presAssocID="{415C480B-5793-4C3F-956E-3ACB03C2618A}" presName="root" presStyleCnt="0"/>
      <dgm:spPr/>
    </dgm:pt>
    <dgm:pt modelId="{2B9B2B2F-D10A-4073-BD03-65CCC6C46DF7}" type="pres">
      <dgm:prSet presAssocID="{415C480B-5793-4C3F-956E-3ACB03C2618A}" presName="rootComposite" presStyleCnt="0"/>
      <dgm:spPr/>
    </dgm:pt>
    <dgm:pt modelId="{694EBF34-83CD-48B0-9F4D-760F21C4715B}" type="pres">
      <dgm:prSet presAssocID="{415C480B-5793-4C3F-956E-3ACB03C2618A}" presName="rootText" presStyleLbl="node1" presStyleIdx="1" presStyleCnt="6"/>
      <dgm:spPr/>
    </dgm:pt>
    <dgm:pt modelId="{A2A8D1BE-9CA5-43D0-9A62-76E52F5D95B2}" type="pres">
      <dgm:prSet presAssocID="{415C480B-5793-4C3F-956E-3ACB03C2618A}" presName="rootConnector" presStyleLbl="node1" presStyleIdx="1" presStyleCnt="6"/>
      <dgm:spPr/>
    </dgm:pt>
    <dgm:pt modelId="{80A45BF8-9054-4BE3-BE57-ACCC52B7A5DA}" type="pres">
      <dgm:prSet presAssocID="{415C480B-5793-4C3F-956E-3ACB03C2618A}" presName="childShape" presStyleCnt="0"/>
      <dgm:spPr/>
    </dgm:pt>
    <dgm:pt modelId="{2E1E8466-5130-47A1-8FC5-A300CE53D828}" type="pres">
      <dgm:prSet presAssocID="{92CF32A4-90A1-4C46-ADAC-EC33BCD1CAD8}" presName="Name13" presStyleLbl="parChTrans1D2" presStyleIdx="1" presStyleCnt="6"/>
      <dgm:spPr/>
    </dgm:pt>
    <dgm:pt modelId="{928AF285-A0F5-45AE-B718-286FDD10F154}" type="pres">
      <dgm:prSet presAssocID="{8EA832C4-DC67-4D14-80C5-A3FEEA25F3C3}" presName="childText" presStyleLbl="bgAcc1" presStyleIdx="1" presStyleCnt="6">
        <dgm:presLayoutVars>
          <dgm:bulletEnabled val="1"/>
        </dgm:presLayoutVars>
      </dgm:prSet>
      <dgm:spPr/>
    </dgm:pt>
    <dgm:pt modelId="{B6C3ED1B-BE05-4ACA-BE64-A4D588F4EFCB}" type="pres">
      <dgm:prSet presAssocID="{AF083CFF-D613-4E7B-869A-087E1DE6267D}" presName="root" presStyleCnt="0"/>
      <dgm:spPr/>
    </dgm:pt>
    <dgm:pt modelId="{EE714A1C-E037-4CE9-8BCA-C0C198107EE5}" type="pres">
      <dgm:prSet presAssocID="{AF083CFF-D613-4E7B-869A-087E1DE6267D}" presName="rootComposite" presStyleCnt="0"/>
      <dgm:spPr/>
    </dgm:pt>
    <dgm:pt modelId="{F98B3FBB-0DA2-4FEB-A675-8AC7C285A49C}" type="pres">
      <dgm:prSet presAssocID="{AF083CFF-D613-4E7B-869A-087E1DE6267D}" presName="rootText" presStyleLbl="node1" presStyleIdx="2" presStyleCnt="6"/>
      <dgm:spPr/>
    </dgm:pt>
    <dgm:pt modelId="{B0A7AC76-F40E-4FFD-B89C-4B6A78934F10}" type="pres">
      <dgm:prSet presAssocID="{AF083CFF-D613-4E7B-869A-087E1DE6267D}" presName="rootConnector" presStyleLbl="node1" presStyleIdx="2" presStyleCnt="6"/>
      <dgm:spPr/>
    </dgm:pt>
    <dgm:pt modelId="{F1B04506-D2C2-46F0-A245-F1BDE6A781BC}" type="pres">
      <dgm:prSet presAssocID="{AF083CFF-D613-4E7B-869A-087E1DE6267D}" presName="childShape" presStyleCnt="0"/>
      <dgm:spPr/>
    </dgm:pt>
    <dgm:pt modelId="{2A67470A-2293-4B71-9DDC-EB33C931F036}" type="pres">
      <dgm:prSet presAssocID="{D72E184F-F018-410C-83BB-A8BEA5FC7F36}" presName="Name13" presStyleLbl="parChTrans1D2" presStyleIdx="2" presStyleCnt="6"/>
      <dgm:spPr/>
    </dgm:pt>
    <dgm:pt modelId="{41CE730D-2D19-47D1-B02A-4DA291353457}" type="pres">
      <dgm:prSet presAssocID="{A4FCCF1B-3656-4299-A29B-516D1BA1C11E}" presName="childText" presStyleLbl="bgAcc1" presStyleIdx="2" presStyleCnt="6">
        <dgm:presLayoutVars>
          <dgm:bulletEnabled val="1"/>
        </dgm:presLayoutVars>
      </dgm:prSet>
      <dgm:spPr/>
    </dgm:pt>
    <dgm:pt modelId="{45190AF5-3183-49D0-9D14-892722E55C76}" type="pres">
      <dgm:prSet presAssocID="{6B22CCF0-39E4-4485-B31C-021F73D16906}" presName="root" presStyleCnt="0"/>
      <dgm:spPr/>
    </dgm:pt>
    <dgm:pt modelId="{C26BD519-1943-457D-9C1A-E8CE0A1643D6}" type="pres">
      <dgm:prSet presAssocID="{6B22CCF0-39E4-4485-B31C-021F73D16906}" presName="rootComposite" presStyleCnt="0"/>
      <dgm:spPr/>
    </dgm:pt>
    <dgm:pt modelId="{675D57EE-5F15-43EB-9571-CCC7B3661ACF}" type="pres">
      <dgm:prSet presAssocID="{6B22CCF0-39E4-4485-B31C-021F73D16906}" presName="rootText" presStyleLbl="node1" presStyleIdx="3" presStyleCnt="6"/>
      <dgm:spPr/>
    </dgm:pt>
    <dgm:pt modelId="{BE6D950E-ABA6-4E8A-9B01-464CFDD0833A}" type="pres">
      <dgm:prSet presAssocID="{6B22CCF0-39E4-4485-B31C-021F73D16906}" presName="rootConnector" presStyleLbl="node1" presStyleIdx="3" presStyleCnt="6"/>
      <dgm:spPr/>
    </dgm:pt>
    <dgm:pt modelId="{09F65B3C-7221-4311-87EA-9374A24E566F}" type="pres">
      <dgm:prSet presAssocID="{6B22CCF0-39E4-4485-B31C-021F73D16906}" presName="childShape" presStyleCnt="0"/>
      <dgm:spPr/>
    </dgm:pt>
    <dgm:pt modelId="{175EFB69-BD44-4385-9D13-9D94530F3249}" type="pres">
      <dgm:prSet presAssocID="{FB15959E-2F46-439D-9482-9EDDD5DCE7B7}" presName="Name13" presStyleLbl="parChTrans1D2" presStyleIdx="3" presStyleCnt="6"/>
      <dgm:spPr/>
    </dgm:pt>
    <dgm:pt modelId="{94C2FDB3-F195-4950-B080-0DAA2373ABB4}" type="pres">
      <dgm:prSet presAssocID="{5011D085-5920-4302-80E5-357EC79F1DA4}" presName="childText" presStyleLbl="bgAcc1" presStyleIdx="3" presStyleCnt="6">
        <dgm:presLayoutVars>
          <dgm:bulletEnabled val="1"/>
        </dgm:presLayoutVars>
      </dgm:prSet>
      <dgm:spPr/>
    </dgm:pt>
    <dgm:pt modelId="{42B417A0-6255-460B-82F8-F7C1AB06F79E}" type="pres">
      <dgm:prSet presAssocID="{79DC20AF-E9A6-4EF9-9AAB-A8C6C74ACFEB}" presName="root" presStyleCnt="0"/>
      <dgm:spPr/>
    </dgm:pt>
    <dgm:pt modelId="{6C503317-F715-46BA-A76B-79C64B91BDCA}" type="pres">
      <dgm:prSet presAssocID="{79DC20AF-E9A6-4EF9-9AAB-A8C6C74ACFEB}" presName="rootComposite" presStyleCnt="0"/>
      <dgm:spPr/>
    </dgm:pt>
    <dgm:pt modelId="{7C67042A-A96D-4A09-95CA-01CD900402E5}" type="pres">
      <dgm:prSet presAssocID="{79DC20AF-E9A6-4EF9-9AAB-A8C6C74ACFEB}" presName="rootText" presStyleLbl="node1" presStyleIdx="4" presStyleCnt="6"/>
      <dgm:spPr/>
    </dgm:pt>
    <dgm:pt modelId="{D84DCF38-067B-45A2-973D-D234430D5826}" type="pres">
      <dgm:prSet presAssocID="{79DC20AF-E9A6-4EF9-9AAB-A8C6C74ACFEB}" presName="rootConnector" presStyleLbl="node1" presStyleIdx="4" presStyleCnt="6"/>
      <dgm:spPr/>
    </dgm:pt>
    <dgm:pt modelId="{DBE30710-6389-4461-832A-5F2903FAD6E1}" type="pres">
      <dgm:prSet presAssocID="{79DC20AF-E9A6-4EF9-9AAB-A8C6C74ACFEB}" presName="childShape" presStyleCnt="0"/>
      <dgm:spPr/>
    </dgm:pt>
    <dgm:pt modelId="{04E1B2ED-F545-4EA5-BC69-C1AA69B19168}" type="pres">
      <dgm:prSet presAssocID="{BEFC614A-408F-4844-8021-980A6061F943}" presName="Name13" presStyleLbl="parChTrans1D2" presStyleIdx="4" presStyleCnt="6"/>
      <dgm:spPr/>
    </dgm:pt>
    <dgm:pt modelId="{CBAECB06-6296-4E56-B123-4BE905E6E8D7}" type="pres">
      <dgm:prSet presAssocID="{959AEFE9-6AA2-4624-B725-18BCA9BA3A9B}" presName="childText" presStyleLbl="bgAcc1" presStyleIdx="4" presStyleCnt="6">
        <dgm:presLayoutVars>
          <dgm:bulletEnabled val="1"/>
        </dgm:presLayoutVars>
      </dgm:prSet>
      <dgm:spPr/>
    </dgm:pt>
    <dgm:pt modelId="{45B52A92-FF62-4AD3-9EFD-13FBAD1AB4AD}" type="pres">
      <dgm:prSet presAssocID="{5FF999AA-1DB8-44C5-8B09-84C15F5BED99}" presName="root" presStyleCnt="0"/>
      <dgm:spPr/>
    </dgm:pt>
    <dgm:pt modelId="{2B0A7AAF-25ED-49A1-9B48-AF3CD5BF38D5}" type="pres">
      <dgm:prSet presAssocID="{5FF999AA-1DB8-44C5-8B09-84C15F5BED99}" presName="rootComposite" presStyleCnt="0"/>
      <dgm:spPr/>
    </dgm:pt>
    <dgm:pt modelId="{657878BA-8C4E-490D-9BB4-0F0F5D676818}" type="pres">
      <dgm:prSet presAssocID="{5FF999AA-1DB8-44C5-8B09-84C15F5BED99}" presName="rootText" presStyleLbl="node1" presStyleIdx="5" presStyleCnt="6"/>
      <dgm:spPr/>
    </dgm:pt>
    <dgm:pt modelId="{A2DFA04A-787A-4197-BF2E-6BDCE0EC4B56}" type="pres">
      <dgm:prSet presAssocID="{5FF999AA-1DB8-44C5-8B09-84C15F5BED99}" presName="rootConnector" presStyleLbl="node1" presStyleIdx="5" presStyleCnt="6"/>
      <dgm:spPr/>
    </dgm:pt>
    <dgm:pt modelId="{26BECCFA-18A5-4A27-B34D-63BED3E0D109}" type="pres">
      <dgm:prSet presAssocID="{5FF999AA-1DB8-44C5-8B09-84C15F5BED99}" presName="childShape" presStyleCnt="0"/>
      <dgm:spPr/>
    </dgm:pt>
    <dgm:pt modelId="{F21888C9-6588-485E-8DFD-94B74CE9F518}" type="pres">
      <dgm:prSet presAssocID="{780963DD-2B4E-4C88-812F-CB4C4FFA950D}" presName="Name13" presStyleLbl="parChTrans1D2" presStyleIdx="5" presStyleCnt="6"/>
      <dgm:spPr/>
    </dgm:pt>
    <dgm:pt modelId="{E82BDA2E-F497-40E8-BFA6-D4287633718C}" type="pres">
      <dgm:prSet presAssocID="{B17B7E63-089A-4FAC-8503-FD45913EB9E5}" presName="childText" presStyleLbl="bgAcc1" presStyleIdx="5" presStyleCnt="6">
        <dgm:presLayoutVars>
          <dgm:bulletEnabled val="1"/>
        </dgm:presLayoutVars>
      </dgm:prSet>
      <dgm:spPr/>
    </dgm:pt>
  </dgm:ptLst>
  <dgm:cxnLst>
    <dgm:cxn modelId="{30713909-7450-4531-8485-2C833FA50777}" type="presOf" srcId="{415C480B-5793-4C3F-956E-3ACB03C2618A}" destId="{A2A8D1BE-9CA5-43D0-9A62-76E52F5D95B2}" srcOrd="1" destOrd="0" presId="urn:microsoft.com/office/officeart/2005/8/layout/hierarchy3"/>
    <dgm:cxn modelId="{ADDB110C-ECF5-46AF-864C-A5AAB8EEB659}" srcId="{0EE4DD15-6A50-44BB-9FF6-5C19A205D0E6}" destId="{6B22CCF0-39E4-4485-B31C-021F73D16906}" srcOrd="3" destOrd="0" parTransId="{B982C090-4044-4D09-AC9D-1F68B30C13AE}" sibTransId="{043361CE-1116-4B29-9874-EFC3A7102E9A}"/>
    <dgm:cxn modelId="{FFE6FA1D-6060-4A2B-B474-313AA0A8833B}" srcId="{AF083CFF-D613-4E7B-869A-087E1DE6267D}" destId="{A4FCCF1B-3656-4299-A29B-516D1BA1C11E}" srcOrd="0" destOrd="0" parTransId="{D72E184F-F018-410C-83BB-A8BEA5FC7F36}" sibTransId="{6F564E71-4291-4989-9CF5-AC0C6B5C3096}"/>
    <dgm:cxn modelId="{3E13082E-7EC4-4C72-B6C2-CB2D41439739}" type="presOf" srcId="{6B22CCF0-39E4-4485-B31C-021F73D16906}" destId="{675D57EE-5F15-43EB-9571-CCC7B3661ACF}" srcOrd="0" destOrd="0" presId="urn:microsoft.com/office/officeart/2005/8/layout/hierarchy3"/>
    <dgm:cxn modelId="{B111C132-A333-4842-AF1F-5C876CFE1398}" srcId="{0EE4DD15-6A50-44BB-9FF6-5C19A205D0E6}" destId="{79DC20AF-E9A6-4EF9-9AAB-A8C6C74ACFEB}" srcOrd="4" destOrd="0" parTransId="{FF04A2C7-BD5F-4F2F-B4AA-92BB9D8642DC}" sibTransId="{01D3A9A9-C76E-41D8-B8F5-4B23F43C6E05}"/>
    <dgm:cxn modelId="{4976713D-8C4E-4A80-BA5F-508DA3B1D0D8}" type="presOf" srcId="{6B22CCF0-39E4-4485-B31C-021F73D16906}" destId="{BE6D950E-ABA6-4E8A-9B01-464CFDD0833A}" srcOrd="1" destOrd="0" presId="urn:microsoft.com/office/officeart/2005/8/layout/hierarchy3"/>
    <dgm:cxn modelId="{67FA3A5E-2915-4804-8D6C-93239AFBB565}" srcId="{6B22CCF0-39E4-4485-B31C-021F73D16906}" destId="{5011D085-5920-4302-80E5-357EC79F1DA4}" srcOrd="0" destOrd="0" parTransId="{FB15959E-2F46-439D-9482-9EDDD5DCE7B7}" sibTransId="{A2882492-EFE9-424C-9AEB-030F5E899A8A}"/>
    <dgm:cxn modelId="{6D232241-3683-4CEA-9259-E060A1F64639}" type="presOf" srcId="{AF083CFF-D613-4E7B-869A-087E1DE6267D}" destId="{B0A7AC76-F40E-4FFD-B89C-4B6A78934F10}" srcOrd="1" destOrd="0" presId="urn:microsoft.com/office/officeart/2005/8/layout/hierarchy3"/>
    <dgm:cxn modelId="{65954361-94D6-4EC8-8461-D14E37461B4F}" type="presOf" srcId="{9DC195B9-9C5F-4765-9284-0EADDE5F0B76}" destId="{6BEF442A-8191-4EEB-8D49-59AD3EE60970}" srcOrd="1" destOrd="0" presId="urn:microsoft.com/office/officeart/2005/8/layout/hierarchy3"/>
    <dgm:cxn modelId="{E931DF45-F3F8-4904-9BE1-FF52D163DF2E}" type="presOf" srcId="{B17B7E63-089A-4FAC-8503-FD45913EB9E5}" destId="{E82BDA2E-F497-40E8-BFA6-D4287633718C}" srcOrd="0" destOrd="0" presId="urn:microsoft.com/office/officeart/2005/8/layout/hierarchy3"/>
    <dgm:cxn modelId="{F377366B-2EEB-486A-AEBE-87100711B0B4}" type="presOf" srcId="{9DC195B9-9C5F-4765-9284-0EADDE5F0B76}" destId="{FC7C1E9B-737E-4C69-9E97-A4B9FB306815}" srcOrd="0" destOrd="0" presId="urn:microsoft.com/office/officeart/2005/8/layout/hierarchy3"/>
    <dgm:cxn modelId="{277C606B-7E53-4F52-BC69-0DA6673FB8DD}" type="presOf" srcId="{92CF32A4-90A1-4C46-ADAC-EC33BCD1CAD8}" destId="{2E1E8466-5130-47A1-8FC5-A300CE53D828}" srcOrd="0" destOrd="0" presId="urn:microsoft.com/office/officeart/2005/8/layout/hierarchy3"/>
    <dgm:cxn modelId="{620CBA4B-1A13-4948-9621-C8F95686C78E}" type="presOf" srcId="{D72E184F-F018-410C-83BB-A8BEA5FC7F36}" destId="{2A67470A-2293-4B71-9DDC-EB33C931F036}" srcOrd="0" destOrd="0" presId="urn:microsoft.com/office/officeart/2005/8/layout/hierarchy3"/>
    <dgm:cxn modelId="{02F7C36E-19C3-4566-8CB5-21047CB497AE}" type="presOf" srcId="{8EA832C4-DC67-4D14-80C5-A3FEEA25F3C3}" destId="{928AF285-A0F5-45AE-B718-286FDD10F154}" srcOrd="0" destOrd="0" presId="urn:microsoft.com/office/officeart/2005/8/layout/hierarchy3"/>
    <dgm:cxn modelId="{A652544F-05DA-445B-A6B2-3DFC206E584D}" type="presOf" srcId="{9C2257F1-763B-4583-9578-C25982F95D3C}" destId="{0E2E51D5-A974-4C92-A8C4-6691910209D6}" srcOrd="0" destOrd="0" presId="urn:microsoft.com/office/officeart/2005/8/layout/hierarchy3"/>
    <dgm:cxn modelId="{44B20550-136D-4E70-95A9-9890AC605131}" type="presOf" srcId="{BEFC614A-408F-4844-8021-980A6061F943}" destId="{04E1B2ED-F545-4EA5-BC69-C1AA69B19168}" srcOrd="0" destOrd="0" presId="urn:microsoft.com/office/officeart/2005/8/layout/hierarchy3"/>
    <dgm:cxn modelId="{C4BC2651-9917-486A-923C-099ECDD17339}" type="presOf" srcId="{0EE4DD15-6A50-44BB-9FF6-5C19A205D0E6}" destId="{02D25F67-513C-4CD7-93F7-273B267FCD2E}" srcOrd="0" destOrd="0" presId="urn:microsoft.com/office/officeart/2005/8/layout/hierarchy3"/>
    <dgm:cxn modelId="{39F05C54-4C18-466B-8DC1-25CFCD59B21C}" type="presOf" srcId="{AF083CFF-D613-4E7B-869A-087E1DE6267D}" destId="{F98B3FBB-0DA2-4FEB-A675-8AC7C285A49C}" srcOrd="0" destOrd="0" presId="urn:microsoft.com/office/officeart/2005/8/layout/hierarchy3"/>
    <dgm:cxn modelId="{F2778D75-001E-4E71-8F11-970D6AF6C97C}" type="presOf" srcId="{780963DD-2B4E-4C88-812F-CB4C4FFA950D}" destId="{F21888C9-6588-485E-8DFD-94B74CE9F518}" srcOrd="0" destOrd="0" presId="urn:microsoft.com/office/officeart/2005/8/layout/hierarchy3"/>
    <dgm:cxn modelId="{2F7C1080-176A-47E1-B376-A1F962E7A48F}" type="presOf" srcId="{5FF999AA-1DB8-44C5-8B09-84C15F5BED99}" destId="{A2DFA04A-787A-4197-BF2E-6BDCE0EC4B56}" srcOrd="1" destOrd="0" presId="urn:microsoft.com/office/officeart/2005/8/layout/hierarchy3"/>
    <dgm:cxn modelId="{3FDE5686-A0A5-4579-B001-0F188087E3FE}" srcId="{79DC20AF-E9A6-4EF9-9AAB-A8C6C74ACFEB}" destId="{959AEFE9-6AA2-4624-B725-18BCA9BA3A9B}" srcOrd="0" destOrd="0" parTransId="{BEFC614A-408F-4844-8021-980A6061F943}" sibTransId="{D891CB3F-FE41-4CB4-B7F1-6D62267CEDE8}"/>
    <dgm:cxn modelId="{C8B15B89-8B62-44C8-BF8D-4B28E235A99A}" srcId="{0EE4DD15-6A50-44BB-9FF6-5C19A205D0E6}" destId="{415C480B-5793-4C3F-956E-3ACB03C2618A}" srcOrd="1" destOrd="0" parTransId="{94EBACC0-0089-4879-B3ED-2A2EED4B8384}" sibTransId="{3AEA7A77-3E88-4F0C-A220-95DDACFB07CF}"/>
    <dgm:cxn modelId="{73EFB289-BA15-4727-9845-C2BB3B2F31C7}" type="presOf" srcId="{959AEFE9-6AA2-4624-B725-18BCA9BA3A9B}" destId="{CBAECB06-6296-4E56-B123-4BE905E6E8D7}" srcOrd="0" destOrd="0" presId="urn:microsoft.com/office/officeart/2005/8/layout/hierarchy3"/>
    <dgm:cxn modelId="{4CA57A8D-C263-47EB-B0B6-FA151FB9119E}" srcId="{5FF999AA-1DB8-44C5-8B09-84C15F5BED99}" destId="{B17B7E63-089A-4FAC-8503-FD45913EB9E5}" srcOrd="0" destOrd="0" parTransId="{780963DD-2B4E-4C88-812F-CB4C4FFA950D}" sibTransId="{A2CFC612-AEF3-4072-816F-6043C83AA3A5}"/>
    <dgm:cxn modelId="{6AF0AC90-5EF9-4408-BEFE-638E24A0C178}" srcId="{415C480B-5793-4C3F-956E-3ACB03C2618A}" destId="{8EA832C4-DC67-4D14-80C5-A3FEEA25F3C3}" srcOrd="0" destOrd="0" parTransId="{92CF32A4-90A1-4C46-ADAC-EC33BCD1CAD8}" sibTransId="{7CD76B4F-2567-48D2-A411-C4642DC55B9E}"/>
    <dgm:cxn modelId="{7AF1E29E-62ED-4D1E-9BF8-90F28EE0049F}" srcId="{0EE4DD15-6A50-44BB-9FF6-5C19A205D0E6}" destId="{AF083CFF-D613-4E7B-869A-087E1DE6267D}" srcOrd="2" destOrd="0" parTransId="{21D34FC4-396A-4F0F-84FD-1897A2864B34}" sibTransId="{314A6B15-E189-4A0B-9F57-254AF734A9B3}"/>
    <dgm:cxn modelId="{AA624EA8-B695-4BFF-A3ED-118D9CBFDA10}" srcId="{0EE4DD15-6A50-44BB-9FF6-5C19A205D0E6}" destId="{9DC195B9-9C5F-4765-9284-0EADDE5F0B76}" srcOrd="0" destOrd="0" parTransId="{2AEDA446-2041-4A21-8731-9F7E49BF10B1}" sibTransId="{A1DBEC54-C911-4A5D-B960-6CCBA73723D3}"/>
    <dgm:cxn modelId="{CF6315BB-D9E0-4046-AE8A-087FAAA26EB8}" srcId="{9DC195B9-9C5F-4765-9284-0EADDE5F0B76}" destId="{62480FDB-D3CB-4B8E-9CBC-A16E9BFB9F81}" srcOrd="0" destOrd="0" parTransId="{9C2257F1-763B-4583-9578-C25982F95D3C}" sibTransId="{A0C3AEA9-F67A-4FE7-9C80-ED4C8D30C2CE}"/>
    <dgm:cxn modelId="{365EEAC5-034A-4C0D-9640-C33F3D008E14}" type="presOf" srcId="{415C480B-5793-4C3F-956E-3ACB03C2618A}" destId="{694EBF34-83CD-48B0-9F4D-760F21C4715B}" srcOrd="0" destOrd="0" presId="urn:microsoft.com/office/officeart/2005/8/layout/hierarchy3"/>
    <dgm:cxn modelId="{A7C865D3-9F48-4811-B8C1-5BBD7BA7B016}" type="presOf" srcId="{79DC20AF-E9A6-4EF9-9AAB-A8C6C74ACFEB}" destId="{7C67042A-A96D-4A09-95CA-01CD900402E5}" srcOrd="0" destOrd="0" presId="urn:microsoft.com/office/officeart/2005/8/layout/hierarchy3"/>
    <dgm:cxn modelId="{74FF02D8-1ECE-4B0B-B9C1-51DBD74E2118}" type="presOf" srcId="{62480FDB-D3CB-4B8E-9CBC-A16E9BFB9F81}" destId="{E741F1F3-F892-4696-8972-C5BB07E16DFE}" srcOrd="0" destOrd="0" presId="urn:microsoft.com/office/officeart/2005/8/layout/hierarchy3"/>
    <dgm:cxn modelId="{BFB8B2ED-DFC6-4915-8209-3EF646CF1BD9}" type="presOf" srcId="{5FF999AA-1DB8-44C5-8B09-84C15F5BED99}" destId="{657878BA-8C4E-490D-9BB4-0F0F5D676818}" srcOrd="0" destOrd="0" presId="urn:microsoft.com/office/officeart/2005/8/layout/hierarchy3"/>
    <dgm:cxn modelId="{4D18BBF3-BC7A-41F4-95D8-ED1A6CC4B1B4}" type="presOf" srcId="{5011D085-5920-4302-80E5-357EC79F1DA4}" destId="{94C2FDB3-F195-4950-B080-0DAA2373ABB4}" srcOrd="0" destOrd="0" presId="urn:microsoft.com/office/officeart/2005/8/layout/hierarchy3"/>
    <dgm:cxn modelId="{2E396DF4-7C91-4E49-B6BB-7A0405988AE4}" type="presOf" srcId="{FB15959E-2F46-439D-9482-9EDDD5DCE7B7}" destId="{175EFB69-BD44-4385-9D13-9D94530F3249}" srcOrd="0" destOrd="0" presId="urn:microsoft.com/office/officeart/2005/8/layout/hierarchy3"/>
    <dgm:cxn modelId="{9457D7F4-F107-4C0A-A8CC-89E7335B6F85}" type="presOf" srcId="{A4FCCF1B-3656-4299-A29B-516D1BA1C11E}" destId="{41CE730D-2D19-47D1-B02A-4DA291353457}" srcOrd="0" destOrd="0" presId="urn:microsoft.com/office/officeart/2005/8/layout/hierarchy3"/>
    <dgm:cxn modelId="{822706F5-21A6-4C37-94CA-C7E5BB536D89}" type="presOf" srcId="{79DC20AF-E9A6-4EF9-9AAB-A8C6C74ACFEB}" destId="{D84DCF38-067B-45A2-973D-D234430D5826}" srcOrd="1" destOrd="0" presId="urn:microsoft.com/office/officeart/2005/8/layout/hierarchy3"/>
    <dgm:cxn modelId="{FBC8ADF6-083C-4593-9623-906D49E2099D}" srcId="{0EE4DD15-6A50-44BB-9FF6-5C19A205D0E6}" destId="{5FF999AA-1DB8-44C5-8B09-84C15F5BED99}" srcOrd="5" destOrd="0" parTransId="{03228702-27AC-4625-9DD3-D1537FFD5A6B}" sibTransId="{D7058275-C30B-4235-8FDF-FCBF4EA44FD0}"/>
    <dgm:cxn modelId="{95B81DB0-7737-4D78-B226-1567648664F3}" type="presParOf" srcId="{02D25F67-513C-4CD7-93F7-273B267FCD2E}" destId="{907B8360-7CC3-4970-8451-EC05BA75195F}" srcOrd="0" destOrd="0" presId="urn:microsoft.com/office/officeart/2005/8/layout/hierarchy3"/>
    <dgm:cxn modelId="{B0E83AA0-C862-4619-BBBB-254DA080F3FF}" type="presParOf" srcId="{907B8360-7CC3-4970-8451-EC05BA75195F}" destId="{CC7EF3A8-94AE-4318-876E-7794A2A3DDAA}" srcOrd="0" destOrd="0" presId="urn:microsoft.com/office/officeart/2005/8/layout/hierarchy3"/>
    <dgm:cxn modelId="{6E174B2A-F8F6-4DDF-81E4-14C0C80334FA}" type="presParOf" srcId="{CC7EF3A8-94AE-4318-876E-7794A2A3DDAA}" destId="{FC7C1E9B-737E-4C69-9E97-A4B9FB306815}" srcOrd="0" destOrd="0" presId="urn:microsoft.com/office/officeart/2005/8/layout/hierarchy3"/>
    <dgm:cxn modelId="{725F68D6-2F47-4F82-94AA-51C691A9FA73}" type="presParOf" srcId="{CC7EF3A8-94AE-4318-876E-7794A2A3DDAA}" destId="{6BEF442A-8191-4EEB-8D49-59AD3EE60970}" srcOrd="1" destOrd="0" presId="urn:microsoft.com/office/officeart/2005/8/layout/hierarchy3"/>
    <dgm:cxn modelId="{BA650008-B111-45F2-BCB2-717FB108BA98}" type="presParOf" srcId="{907B8360-7CC3-4970-8451-EC05BA75195F}" destId="{E0712465-76B8-44FC-8CCD-CFFA7FBF60BA}" srcOrd="1" destOrd="0" presId="urn:microsoft.com/office/officeart/2005/8/layout/hierarchy3"/>
    <dgm:cxn modelId="{0415837E-26FC-48E1-BE66-9B7DB3E7ED12}" type="presParOf" srcId="{E0712465-76B8-44FC-8CCD-CFFA7FBF60BA}" destId="{0E2E51D5-A974-4C92-A8C4-6691910209D6}" srcOrd="0" destOrd="0" presId="urn:microsoft.com/office/officeart/2005/8/layout/hierarchy3"/>
    <dgm:cxn modelId="{1B169A1B-0914-4F09-9CF7-25F618129DDA}" type="presParOf" srcId="{E0712465-76B8-44FC-8CCD-CFFA7FBF60BA}" destId="{E741F1F3-F892-4696-8972-C5BB07E16DFE}" srcOrd="1" destOrd="0" presId="urn:microsoft.com/office/officeart/2005/8/layout/hierarchy3"/>
    <dgm:cxn modelId="{041B8EF1-217A-49AD-9033-F124FB94AD61}" type="presParOf" srcId="{02D25F67-513C-4CD7-93F7-273B267FCD2E}" destId="{EBFC3BB8-7758-4075-9D13-61E6DE05BF6F}" srcOrd="1" destOrd="0" presId="urn:microsoft.com/office/officeart/2005/8/layout/hierarchy3"/>
    <dgm:cxn modelId="{B5D0E37D-DE22-407C-819C-4CCCBBFD9203}" type="presParOf" srcId="{EBFC3BB8-7758-4075-9D13-61E6DE05BF6F}" destId="{2B9B2B2F-D10A-4073-BD03-65CCC6C46DF7}" srcOrd="0" destOrd="0" presId="urn:microsoft.com/office/officeart/2005/8/layout/hierarchy3"/>
    <dgm:cxn modelId="{507BF94F-B5E4-4DA9-AAD9-566C79309BF2}" type="presParOf" srcId="{2B9B2B2F-D10A-4073-BD03-65CCC6C46DF7}" destId="{694EBF34-83CD-48B0-9F4D-760F21C4715B}" srcOrd="0" destOrd="0" presId="urn:microsoft.com/office/officeart/2005/8/layout/hierarchy3"/>
    <dgm:cxn modelId="{6DC95BE2-BAEC-4871-9057-BEA502E4617E}" type="presParOf" srcId="{2B9B2B2F-D10A-4073-BD03-65CCC6C46DF7}" destId="{A2A8D1BE-9CA5-43D0-9A62-76E52F5D95B2}" srcOrd="1" destOrd="0" presId="urn:microsoft.com/office/officeart/2005/8/layout/hierarchy3"/>
    <dgm:cxn modelId="{6B763FDA-312D-44FD-8480-CB5DA598735D}" type="presParOf" srcId="{EBFC3BB8-7758-4075-9D13-61E6DE05BF6F}" destId="{80A45BF8-9054-4BE3-BE57-ACCC52B7A5DA}" srcOrd="1" destOrd="0" presId="urn:microsoft.com/office/officeart/2005/8/layout/hierarchy3"/>
    <dgm:cxn modelId="{C777F88C-B00B-4913-9FFB-1E603DEEC528}" type="presParOf" srcId="{80A45BF8-9054-4BE3-BE57-ACCC52B7A5DA}" destId="{2E1E8466-5130-47A1-8FC5-A300CE53D828}" srcOrd="0" destOrd="0" presId="urn:microsoft.com/office/officeart/2005/8/layout/hierarchy3"/>
    <dgm:cxn modelId="{4AD88008-D2EA-4271-80E8-202FC5000505}" type="presParOf" srcId="{80A45BF8-9054-4BE3-BE57-ACCC52B7A5DA}" destId="{928AF285-A0F5-45AE-B718-286FDD10F154}" srcOrd="1" destOrd="0" presId="urn:microsoft.com/office/officeart/2005/8/layout/hierarchy3"/>
    <dgm:cxn modelId="{57DBE95D-A544-4C7B-A36B-D9EBF5FB6682}" type="presParOf" srcId="{02D25F67-513C-4CD7-93F7-273B267FCD2E}" destId="{B6C3ED1B-BE05-4ACA-BE64-A4D588F4EFCB}" srcOrd="2" destOrd="0" presId="urn:microsoft.com/office/officeart/2005/8/layout/hierarchy3"/>
    <dgm:cxn modelId="{A486DB2F-5ED7-47D8-9E6A-CD8A0A35955D}" type="presParOf" srcId="{B6C3ED1B-BE05-4ACA-BE64-A4D588F4EFCB}" destId="{EE714A1C-E037-4CE9-8BCA-C0C198107EE5}" srcOrd="0" destOrd="0" presId="urn:microsoft.com/office/officeart/2005/8/layout/hierarchy3"/>
    <dgm:cxn modelId="{E5B08FED-6CD9-42E4-B078-3EB42A49EEFA}" type="presParOf" srcId="{EE714A1C-E037-4CE9-8BCA-C0C198107EE5}" destId="{F98B3FBB-0DA2-4FEB-A675-8AC7C285A49C}" srcOrd="0" destOrd="0" presId="urn:microsoft.com/office/officeart/2005/8/layout/hierarchy3"/>
    <dgm:cxn modelId="{195097AA-ABD5-40E0-8A35-BF449B16BACB}" type="presParOf" srcId="{EE714A1C-E037-4CE9-8BCA-C0C198107EE5}" destId="{B0A7AC76-F40E-4FFD-B89C-4B6A78934F10}" srcOrd="1" destOrd="0" presId="urn:microsoft.com/office/officeart/2005/8/layout/hierarchy3"/>
    <dgm:cxn modelId="{2D4618E1-B48E-4712-9B04-09829BDCF623}" type="presParOf" srcId="{B6C3ED1B-BE05-4ACA-BE64-A4D588F4EFCB}" destId="{F1B04506-D2C2-46F0-A245-F1BDE6A781BC}" srcOrd="1" destOrd="0" presId="urn:microsoft.com/office/officeart/2005/8/layout/hierarchy3"/>
    <dgm:cxn modelId="{567D2885-E4C5-4A0E-9C47-F38D14B95E09}" type="presParOf" srcId="{F1B04506-D2C2-46F0-A245-F1BDE6A781BC}" destId="{2A67470A-2293-4B71-9DDC-EB33C931F036}" srcOrd="0" destOrd="0" presId="urn:microsoft.com/office/officeart/2005/8/layout/hierarchy3"/>
    <dgm:cxn modelId="{BF055370-BEBD-42DF-AB3B-9E4C6B2A856A}" type="presParOf" srcId="{F1B04506-D2C2-46F0-A245-F1BDE6A781BC}" destId="{41CE730D-2D19-47D1-B02A-4DA291353457}" srcOrd="1" destOrd="0" presId="urn:microsoft.com/office/officeart/2005/8/layout/hierarchy3"/>
    <dgm:cxn modelId="{AA6DB5B0-870C-4214-8C74-139DC663E389}" type="presParOf" srcId="{02D25F67-513C-4CD7-93F7-273B267FCD2E}" destId="{45190AF5-3183-49D0-9D14-892722E55C76}" srcOrd="3" destOrd="0" presId="urn:microsoft.com/office/officeart/2005/8/layout/hierarchy3"/>
    <dgm:cxn modelId="{61177B74-0400-4FD1-9CF2-7119B2CED330}" type="presParOf" srcId="{45190AF5-3183-49D0-9D14-892722E55C76}" destId="{C26BD519-1943-457D-9C1A-E8CE0A1643D6}" srcOrd="0" destOrd="0" presId="urn:microsoft.com/office/officeart/2005/8/layout/hierarchy3"/>
    <dgm:cxn modelId="{DDCC071E-2F79-42DA-B3CE-224AC3CB6FD7}" type="presParOf" srcId="{C26BD519-1943-457D-9C1A-E8CE0A1643D6}" destId="{675D57EE-5F15-43EB-9571-CCC7B3661ACF}" srcOrd="0" destOrd="0" presId="urn:microsoft.com/office/officeart/2005/8/layout/hierarchy3"/>
    <dgm:cxn modelId="{F731C283-4FEC-43F7-9FFA-7D2235C8B443}" type="presParOf" srcId="{C26BD519-1943-457D-9C1A-E8CE0A1643D6}" destId="{BE6D950E-ABA6-4E8A-9B01-464CFDD0833A}" srcOrd="1" destOrd="0" presId="urn:microsoft.com/office/officeart/2005/8/layout/hierarchy3"/>
    <dgm:cxn modelId="{1C73ABE0-1B50-451B-98F1-ECEC25298557}" type="presParOf" srcId="{45190AF5-3183-49D0-9D14-892722E55C76}" destId="{09F65B3C-7221-4311-87EA-9374A24E566F}" srcOrd="1" destOrd="0" presId="urn:microsoft.com/office/officeart/2005/8/layout/hierarchy3"/>
    <dgm:cxn modelId="{6FAC3444-CF13-49F4-A509-F4533FC1F782}" type="presParOf" srcId="{09F65B3C-7221-4311-87EA-9374A24E566F}" destId="{175EFB69-BD44-4385-9D13-9D94530F3249}" srcOrd="0" destOrd="0" presId="urn:microsoft.com/office/officeart/2005/8/layout/hierarchy3"/>
    <dgm:cxn modelId="{70FC4F38-9209-4F46-94CC-6D259D4F20E1}" type="presParOf" srcId="{09F65B3C-7221-4311-87EA-9374A24E566F}" destId="{94C2FDB3-F195-4950-B080-0DAA2373ABB4}" srcOrd="1" destOrd="0" presId="urn:microsoft.com/office/officeart/2005/8/layout/hierarchy3"/>
    <dgm:cxn modelId="{8F49B17D-78FE-4708-B96F-08E35EB74512}" type="presParOf" srcId="{02D25F67-513C-4CD7-93F7-273B267FCD2E}" destId="{42B417A0-6255-460B-82F8-F7C1AB06F79E}" srcOrd="4" destOrd="0" presId="urn:microsoft.com/office/officeart/2005/8/layout/hierarchy3"/>
    <dgm:cxn modelId="{C926712E-3E0D-4EDB-B837-F0E5C07DBB9E}" type="presParOf" srcId="{42B417A0-6255-460B-82F8-F7C1AB06F79E}" destId="{6C503317-F715-46BA-A76B-79C64B91BDCA}" srcOrd="0" destOrd="0" presId="urn:microsoft.com/office/officeart/2005/8/layout/hierarchy3"/>
    <dgm:cxn modelId="{5FFF6FFC-7C75-466D-B727-6059A2A74333}" type="presParOf" srcId="{6C503317-F715-46BA-A76B-79C64B91BDCA}" destId="{7C67042A-A96D-4A09-95CA-01CD900402E5}" srcOrd="0" destOrd="0" presId="urn:microsoft.com/office/officeart/2005/8/layout/hierarchy3"/>
    <dgm:cxn modelId="{95D500AC-1AF6-4B73-9E8E-EF9F3E1CE8C3}" type="presParOf" srcId="{6C503317-F715-46BA-A76B-79C64B91BDCA}" destId="{D84DCF38-067B-45A2-973D-D234430D5826}" srcOrd="1" destOrd="0" presId="urn:microsoft.com/office/officeart/2005/8/layout/hierarchy3"/>
    <dgm:cxn modelId="{0661C09D-269A-4A82-B355-4675BE4D7297}" type="presParOf" srcId="{42B417A0-6255-460B-82F8-F7C1AB06F79E}" destId="{DBE30710-6389-4461-832A-5F2903FAD6E1}" srcOrd="1" destOrd="0" presId="urn:microsoft.com/office/officeart/2005/8/layout/hierarchy3"/>
    <dgm:cxn modelId="{2D4F43E2-D011-40F3-A5EB-CD0C7B875D3F}" type="presParOf" srcId="{DBE30710-6389-4461-832A-5F2903FAD6E1}" destId="{04E1B2ED-F545-4EA5-BC69-C1AA69B19168}" srcOrd="0" destOrd="0" presId="urn:microsoft.com/office/officeart/2005/8/layout/hierarchy3"/>
    <dgm:cxn modelId="{586294D8-4228-4906-BA34-3A7BAD7ED15E}" type="presParOf" srcId="{DBE30710-6389-4461-832A-5F2903FAD6E1}" destId="{CBAECB06-6296-4E56-B123-4BE905E6E8D7}" srcOrd="1" destOrd="0" presId="urn:microsoft.com/office/officeart/2005/8/layout/hierarchy3"/>
    <dgm:cxn modelId="{6F96C7C0-4DBF-47B8-A615-5AA94640CF6F}" type="presParOf" srcId="{02D25F67-513C-4CD7-93F7-273B267FCD2E}" destId="{45B52A92-FF62-4AD3-9EFD-13FBAD1AB4AD}" srcOrd="5" destOrd="0" presId="urn:microsoft.com/office/officeart/2005/8/layout/hierarchy3"/>
    <dgm:cxn modelId="{9E389675-C853-4683-8824-25A8409CC5C7}" type="presParOf" srcId="{45B52A92-FF62-4AD3-9EFD-13FBAD1AB4AD}" destId="{2B0A7AAF-25ED-49A1-9B48-AF3CD5BF38D5}" srcOrd="0" destOrd="0" presId="urn:microsoft.com/office/officeart/2005/8/layout/hierarchy3"/>
    <dgm:cxn modelId="{8A77BD8E-1EEB-452D-9CE9-D5DEDCBD2C99}" type="presParOf" srcId="{2B0A7AAF-25ED-49A1-9B48-AF3CD5BF38D5}" destId="{657878BA-8C4E-490D-9BB4-0F0F5D676818}" srcOrd="0" destOrd="0" presId="urn:microsoft.com/office/officeart/2005/8/layout/hierarchy3"/>
    <dgm:cxn modelId="{4D6B590E-AF26-497F-A2CC-959F5FB197EC}" type="presParOf" srcId="{2B0A7AAF-25ED-49A1-9B48-AF3CD5BF38D5}" destId="{A2DFA04A-787A-4197-BF2E-6BDCE0EC4B56}" srcOrd="1" destOrd="0" presId="urn:microsoft.com/office/officeart/2005/8/layout/hierarchy3"/>
    <dgm:cxn modelId="{4A4BCB44-43F3-46BA-AC01-E4373D95EBF5}" type="presParOf" srcId="{45B52A92-FF62-4AD3-9EFD-13FBAD1AB4AD}" destId="{26BECCFA-18A5-4A27-B34D-63BED3E0D109}" srcOrd="1" destOrd="0" presId="urn:microsoft.com/office/officeart/2005/8/layout/hierarchy3"/>
    <dgm:cxn modelId="{B5A70137-BFE1-460D-9BF9-D631C3B7DB12}" type="presParOf" srcId="{26BECCFA-18A5-4A27-B34D-63BED3E0D109}" destId="{F21888C9-6588-485E-8DFD-94B74CE9F518}" srcOrd="0" destOrd="0" presId="urn:microsoft.com/office/officeart/2005/8/layout/hierarchy3"/>
    <dgm:cxn modelId="{A3D876D0-B9CF-4850-896F-3F2AE25CE2E1}" type="presParOf" srcId="{26BECCFA-18A5-4A27-B34D-63BED3E0D109}" destId="{E82BDA2E-F497-40E8-BFA6-D4287633718C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15FE51-06CF-40E7-9652-7C1A8E3DC587}" type="doc">
      <dgm:prSet loTypeId="urn:microsoft.com/office/officeart/2005/8/layout/pyramid1" loCatId="pyramid" qsTypeId="urn:microsoft.com/office/officeart/2005/8/quickstyle/simple1" qsCatId="simple" csTypeId="urn:microsoft.com/office/officeart/2005/8/colors/colorful5" csCatId="colorful" phldr="1"/>
      <dgm:spPr/>
    </dgm:pt>
    <dgm:pt modelId="{79B9DB04-65FA-425E-A5B1-C4BF58987E0A}">
      <dgm:prSet phldrT="[Text]" custT="1"/>
      <dgm:spPr/>
      <dgm:t>
        <a:bodyPr/>
        <a:lstStyle/>
        <a:p>
          <a:r>
            <a:rPr lang="en-GB" sz="2800" dirty="0"/>
            <a:t>Phase 1</a:t>
          </a:r>
        </a:p>
      </dgm:t>
    </dgm:pt>
    <dgm:pt modelId="{91E4BA9C-0C2C-47D6-90CE-9EF5EF4113D4}" type="parTrans" cxnId="{E036231B-D2D9-47F2-A5B4-109FA395C9FA}">
      <dgm:prSet/>
      <dgm:spPr/>
      <dgm:t>
        <a:bodyPr/>
        <a:lstStyle/>
        <a:p>
          <a:endParaRPr lang="en-GB"/>
        </a:p>
      </dgm:t>
    </dgm:pt>
    <dgm:pt modelId="{5F9DDBCE-04E7-451D-87F7-9A3150A1B97E}" type="sibTrans" cxnId="{E036231B-D2D9-47F2-A5B4-109FA395C9FA}">
      <dgm:prSet/>
      <dgm:spPr/>
      <dgm:t>
        <a:bodyPr/>
        <a:lstStyle/>
        <a:p>
          <a:endParaRPr lang="en-GB"/>
        </a:p>
      </dgm:t>
    </dgm:pt>
    <dgm:pt modelId="{F1A878FA-8DE0-46BF-8A6F-42D48C9685BC}">
      <dgm:prSet phldrT="[Text]" custT="1"/>
      <dgm:spPr/>
      <dgm:t>
        <a:bodyPr/>
        <a:lstStyle/>
        <a:p>
          <a:r>
            <a:rPr lang="en-GB" sz="2800" dirty="0"/>
            <a:t>Phase</a:t>
          </a:r>
          <a:r>
            <a:rPr lang="en-GB" sz="3800" dirty="0"/>
            <a:t> </a:t>
          </a:r>
          <a:r>
            <a:rPr lang="en-GB" sz="2800" dirty="0"/>
            <a:t>2</a:t>
          </a:r>
        </a:p>
      </dgm:t>
    </dgm:pt>
    <dgm:pt modelId="{182ABF5F-4516-4FA4-8E82-0D840D49E198}" type="parTrans" cxnId="{17A2A813-7809-45C5-9BE0-04F6F466778D}">
      <dgm:prSet/>
      <dgm:spPr/>
      <dgm:t>
        <a:bodyPr/>
        <a:lstStyle/>
        <a:p>
          <a:endParaRPr lang="en-GB"/>
        </a:p>
      </dgm:t>
    </dgm:pt>
    <dgm:pt modelId="{BE4DAE1A-E2EA-4366-8F09-72B6439E671D}" type="sibTrans" cxnId="{17A2A813-7809-45C5-9BE0-04F6F466778D}">
      <dgm:prSet/>
      <dgm:spPr/>
      <dgm:t>
        <a:bodyPr/>
        <a:lstStyle/>
        <a:p>
          <a:endParaRPr lang="en-GB"/>
        </a:p>
      </dgm:t>
    </dgm:pt>
    <dgm:pt modelId="{92AD18B8-E23C-4A15-8B75-1C4D1EFB4CE6}">
      <dgm:prSet phldrT="[Text]" custT="1"/>
      <dgm:spPr/>
      <dgm:t>
        <a:bodyPr/>
        <a:lstStyle/>
        <a:p>
          <a:r>
            <a:rPr lang="en-GB" sz="2800" dirty="0"/>
            <a:t>Phase</a:t>
          </a:r>
          <a:r>
            <a:rPr lang="en-GB" sz="3800" dirty="0"/>
            <a:t> </a:t>
          </a:r>
          <a:r>
            <a:rPr lang="en-GB" sz="2800" dirty="0"/>
            <a:t>3</a:t>
          </a:r>
        </a:p>
      </dgm:t>
    </dgm:pt>
    <dgm:pt modelId="{646BB2D5-52DE-4BAB-AE79-BA1D0B05982C}" type="parTrans" cxnId="{0D91EC1F-B821-46D8-9149-09CCEDE84B94}">
      <dgm:prSet/>
      <dgm:spPr/>
      <dgm:t>
        <a:bodyPr/>
        <a:lstStyle/>
        <a:p>
          <a:endParaRPr lang="en-GB"/>
        </a:p>
      </dgm:t>
    </dgm:pt>
    <dgm:pt modelId="{073FE99B-EC92-4958-990B-E1C116119445}" type="sibTrans" cxnId="{0D91EC1F-B821-46D8-9149-09CCEDE84B94}">
      <dgm:prSet/>
      <dgm:spPr/>
      <dgm:t>
        <a:bodyPr/>
        <a:lstStyle/>
        <a:p>
          <a:endParaRPr lang="en-GB"/>
        </a:p>
      </dgm:t>
    </dgm:pt>
    <dgm:pt modelId="{6BBB463C-54DB-4656-BA1A-A9E3554370F2}">
      <dgm:prSet phldrT="[Text]"/>
      <dgm:spPr/>
      <dgm:t>
        <a:bodyPr/>
        <a:lstStyle/>
        <a:p>
          <a:r>
            <a:rPr lang="en-GB" dirty="0"/>
            <a:t>Define aim and objectives</a:t>
          </a:r>
        </a:p>
      </dgm:t>
    </dgm:pt>
    <dgm:pt modelId="{A02A48AF-6BCF-472E-8383-6AA97B32772A}" type="parTrans" cxnId="{887F0F81-CC2E-4D06-8A2C-4733993531DF}">
      <dgm:prSet/>
      <dgm:spPr/>
      <dgm:t>
        <a:bodyPr/>
        <a:lstStyle/>
        <a:p>
          <a:endParaRPr lang="en-GB"/>
        </a:p>
      </dgm:t>
    </dgm:pt>
    <dgm:pt modelId="{9290196B-FB7B-41DB-89D8-C86E76499DA8}" type="sibTrans" cxnId="{887F0F81-CC2E-4D06-8A2C-4733993531DF}">
      <dgm:prSet/>
      <dgm:spPr/>
      <dgm:t>
        <a:bodyPr/>
        <a:lstStyle/>
        <a:p>
          <a:endParaRPr lang="en-GB"/>
        </a:p>
      </dgm:t>
    </dgm:pt>
    <dgm:pt modelId="{ECD629B2-31DC-4BE8-8062-4431938E9266}">
      <dgm:prSet phldrT="[Text]"/>
      <dgm:spPr/>
      <dgm:t>
        <a:bodyPr/>
        <a:lstStyle/>
        <a:p>
          <a:r>
            <a:rPr lang="en-GB" dirty="0"/>
            <a:t>Discuss methodology</a:t>
          </a:r>
        </a:p>
      </dgm:t>
    </dgm:pt>
    <dgm:pt modelId="{6A942D02-E932-4B43-8DCB-2DE3EB0FE1C9}" type="parTrans" cxnId="{A1B153B9-70CA-43D6-909A-CCF4DCC76BBD}">
      <dgm:prSet/>
      <dgm:spPr/>
      <dgm:t>
        <a:bodyPr/>
        <a:lstStyle/>
        <a:p>
          <a:endParaRPr lang="en-GB"/>
        </a:p>
      </dgm:t>
    </dgm:pt>
    <dgm:pt modelId="{B5D5E6B7-14DE-4C9B-8555-FF8A98089B59}" type="sibTrans" cxnId="{A1B153B9-70CA-43D6-909A-CCF4DCC76BBD}">
      <dgm:prSet/>
      <dgm:spPr/>
      <dgm:t>
        <a:bodyPr/>
        <a:lstStyle/>
        <a:p>
          <a:endParaRPr lang="en-GB"/>
        </a:p>
      </dgm:t>
    </dgm:pt>
    <dgm:pt modelId="{BF17E9EC-C7FC-4DE6-BD68-D9C23CC3CF10}">
      <dgm:prSet phldrT="[Text]"/>
      <dgm:spPr/>
      <dgm:t>
        <a:bodyPr/>
        <a:lstStyle/>
        <a:p>
          <a:r>
            <a:rPr lang="en-GB" dirty="0"/>
            <a:t>Prepare and submit proposal</a:t>
          </a:r>
        </a:p>
      </dgm:t>
    </dgm:pt>
    <dgm:pt modelId="{74CCAAD9-DB9A-46AA-BB46-C9F55A540AC5}" type="parTrans" cxnId="{69187D63-70F7-45C2-B63B-37A9EF13DAA6}">
      <dgm:prSet/>
      <dgm:spPr/>
      <dgm:t>
        <a:bodyPr/>
        <a:lstStyle/>
        <a:p>
          <a:endParaRPr lang="en-GB"/>
        </a:p>
      </dgm:t>
    </dgm:pt>
    <dgm:pt modelId="{F9028C66-0EE0-41F8-B78B-3117C355FCDB}" type="sibTrans" cxnId="{69187D63-70F7-45C2-B63B-37A9EF13DAA6}">
      <dgm:prSet/>
      <dgm:spPr/>
      <dgm:t>
        <a:bodyPr/>
        <a:lstStyle/>
        <a:p>
          <a:endParaRPr lang="en-GB"/>
        </a:p>
      </dgm:t>
    </dgm:pt>
    <dgm:pt modelId="{620AE3FB-1585-4C6A-9B87-D6C399CF59CC}">
      <dgm:prSet phldrT="[Text]"/>
      <dgm:spPr/>
      <dgm:t>
        <a:bodyPr/>
        <a:lstStyle/>
        <a:p>
          <a:r>
            <a:rPr lang="en-GB" dirty="0"/>
            <a:t>Discuss feedback on proposal</a:t>
          </a:r>
        </a:p>
      </dgm:t>
    </dgm:pt>
    <dgm:pt modelId="{7EA9A602-2C58-4D8A-BFF0-CF136F826891}" type="parTrans" cxnId="{158F2779-553B-43DB-A24E-C1FB435065A6}">
      <dgm:prSet/>
      <dgm:spPr/>
      <dgm:t>
        <a:bodyPr/>
        <a:lstStyle/>
        <a:p>
          <a:endParaRPr lang="en-GB"/>
        </a:p>
      </dgm:t>
    </dgm:pt>
    <dgm:pt modelId="{D998DE5F-BDE9-476D-B895-85C491E9EFFB}" type="sibTrans" cxnId="{158F2779-553B-43DB-A24E-C1FB435065A6}">
      <dgm:prSet/>
      <dgm:spPr/>
      <dgm:t>
        <a:bodyPr/>
        <a:lstStyle/>
        <a:p>
          <a:endParaRPr lang="en-GB"/>
        </a:p>
      </dgm:t>
    </dgm:pt>
    <dgm:pt modelId="{1E5FCCD6-D257-4135-B0DF-11B6DA980F7E}">
      <dgm:prSet phldrT="[Text]"/>
      <dgm:spPr/>
      <dgm:t>
        <a:bodyPr/>
        <a:lstStyle/>
        <a:p>
          <a:r>
            <a:rPr lang="en-GB" dirty="0"/>
            <a:t>Discuss research around the topic</a:t>
          </a:r>
        </a:p>
      </dgm:t>
    </dgm:pt>
    <dgm:pt modelId="{DE867E70-F843-4C7A-B929-DBBCCBA749D0}" type="parTrans" cxnId="{AF61DF9C-CF95-455D-BBA4-375685E05F8C}">
      <dgm:prSet/>
      <dgm:spPr/>
      <dgm:t>
        <a:bodyPr/>
        <a:lstStyle/>
        <a:p>
          <a:endParaRPr lang="en-GB"/>
        </a:p>
      </dgm:t>
    </dgm:pt>
    <dgm:pt modelId="{CAE0CEF4-53BE-4901-A200-AED048513913}" type="sibTrans" cxnId="{AF61DF9C-CF95-455D-BBA4-375685E05F8C}">
      <dgm:prSet/>
      <dgm:spPr/>
      <dgm:t>
        <a:bodyPr/>
        <a:lstStyle/>
        <a:p>
          <a:endParaRPr lang="en-GB"/>
        </a:p>
      </dgm:t>
    </dgm:pt>
    <dgm:pt modelId="{BE097080-1733-4497-85A5-AA2432B5C165}">
      <dgm:prSet phldrT="[Text]"/>
      <dgm:spPr/>
      <dgm:t>
        <a:bodyPr/>
        <a:lstStyle/>
        <a:p>
          <a:r>
            <a:rPr lang="en-GB" dirty="0"/>
            <a:t>Act on feedback received</a:t>
          </a:r>
        </a:p>
      </dgm:t>
    </dgm:pt>
    <dgm:pt modelId="{3644AB15-B56B-4C8E-9A05-C10C3B3FDA11}" type="parTrans" cxnId="{28415FD5-A436-4AA3-A393-274AF6FFB6E0}">
      <dgm:prSet/>
      <dgm:spPr/>
      <dgm:t>
        <a:bodyPr/>
        <a:lstStyle/>
        <a:p>
          <a:endParaRPr lang="en-GB"/>
        </a:p>
      </dgm:t>
    </dgm:pt>
    <dgm:pt modelId="{6BCA394E-7A44-4204-A39A-41E280B14EB0}" type="sibTrans" cxnId="{28415FD5-A436-4AA3-A393-274AF6FFB6E0}">
      <dgm:prSet/>
      <dgm:spPr/>
      <dgm:t>
        <a:bodyPr/>
        <a:lstStyle/>
        <a:p>
          <a:endParaRPr lang="en-GB"/>
        </a:p>
      </dgm:t>
    </dgm:pt>
    <dgm:pt modelId="{AD403C08-564C-4F1A-9CA6-90A66C45E445}">
      <dgm:prSet phldrT="[Text]"/>
      <dgm:spPr/>
      <dgm:t>
        <a:bodyPr/>
        <a:lstStyle/>
        <a:p>
          <a:r>
            <a:rPr lang="en-GB" dirty="0"/>
            <a:t>Apply for research ethics</a:t>
          </a:r>
        </a:p>
      </dgm:t>
    </dgm:pt>
    <dgm:pt modelId="{E7947E3A-DA60-42D0-B44B-50C20DA35022}" type="parTrans" cxnId="{317821B4-AB5A-4290-A626-43B253264C1F}">
      <dgm:prSet/>
      <dgm:spPr/>
      <dgm:t>
        <a:bodyPr/>
        <a:lstStyle/>
        <a:p>
          <a:endParaRPr lang="en-GB"/>
        </a:p>
      </dgm:t>
    </dgm:pt>
    <dgm:pt modelId="{2D5BA49C-EB38-42DB-9D9D-FCF5A0456311}" type="sibTrans" cxnId="{317821B4-AB5A-4290-A626-43B253264C1F}">
      <dgm:prSet/>
      <dgm:spPr/>
      <dgm:t>
        <a:bodyPr/>
        <a:lstStyle/>
        <a:p>
          <a:endParaRPr lang="en-GB"/>
        </a:p>
      </dgm:t>
    </dgm:pt>
    <dgm:pt modelId="{346F6B3F-AD2D-4B47-8DDC-1AA950F213E1}">
      <dgm:prSet phldrT="[Text]"/>
      <dgm:spPr/>
      <dgm:t>
        <a:bodyPr/>
        <a:lstStyle/>
        <a:p>
          <a:r>
            <a:rPr lang="en-GB" dirty="0"/>
            <a:t>Start working on proposed project (experiments or research)</a:t>
          </a:r>
        </a:p>
      </dgm:t>
    </dgm:pt>
    <dgm:pt modelId="{48B4E175-CF18-41D8-8B34-8B2B3C539C51}" type="parTrans" cxnId="{5B29D832-E7BC-446B-AF24-03B5C1DDBF73}">
      <dgm:prSet/>
      <dgm:spPr/>
      <dgm:t>
        <a:bodyPr/>
        <a:lstStyle/>
        <a:p>
          <a:endParaRPr lang="en-GB"/>
        </a:p>
      </dgm:t>
    </dgm:pt>
    <dgm:pt modelId="{4EAC085A-A06C-4192-936F-F38F571C5A4B}" type="sibTrans" cxnId="{5B29D832-E7BC-446B-AF24-03B5C1DDBF73}">
      <dgm:prSet/>
      <dgm:spPr/>
      <dgm:t>
        <a:bodyPr/>
        <a:lstStyle/>
        <a:p>
          <a:endParaRPr lang="en-GB"/>
        </a:p>
      </dgm:t>
    </dgm:pt>
    <dgm:pt modelId="{5354DF59-1F52-402C-A292-2AFB6B625CF1}">
      <dgm:prSet phldrT="[Text]"/>
      <dgm:spPr/>
      <dgm:t>
        <a:bodyPr/>
        <a:lstStyle/>
        <a:p>
          <a:r>
            <a:rPr lang="en-GB" dirty="0"/>
            <a:t>Discuss feedback on draft chapter</a:t>
          </a:r>
        </a:p>
      </dgm:t>
    </dgm:pt>
    <dgm:pt modelId="{E163C67D-2589-4EC5-B325-5302C63C1858}" type="parTrans" cxnId="{24B27481-EA2A-4B33-9237-6BC3F442E678}">
      <dgm:prSet/>
      <dgm:spPr/>
      <dgm:t>
        <a:bodyPr/>
        <a:lstStyle/>
        <a:p>
          <a:endParaRPr lang="en-GB"/>
        </a:p>
      </dgm:t>
    </dgm:pt>
    <dgm:pt modelId="{96FB84ED-1B98-447F-8633-071B44FFE6EB}" type="sibTrans" cxnId="{24B27481-EA2A-4B33-9237-6BC3F442E678}">
      <dgm:prSet/>
      <dgm:spPr/>
      <dgm:t>
        <a:bodyPr/>
        <a:lstStyle/>
        <a:p>
          <a:endParaRPr lang="en-GB"/>
        </a:p>
      </dgm:t>
    </dgm:pt>
    <dgm:pt modelId="{39475440-C4A8-4FA5-8D00-EFB43D17CDF5}">
      <dgm:prSet phldrT="[Text]"/>
      <dgm:spPr/>
      <dgm:t>
        <a:bodyPr/>
        <a:lstStyle/>
        <a:p>
          <a:r>
            <a:rPr lang="en-GB" dirty="0"/>
            <a:t>Act on feedback received</a:t>
          </a:r>
        </a:p>
      </dgm:t>
    </dgm:pt>
    <dgm:pt modelId="{56C69EA1-3F31-4A6B-84C2-7D9D05FF30E7}" type="parTrans" cxnId="{1115390C-1EDD-4B93-8D3E-73CFEBC60D3C}">
      <dgm:prSet/>
      <dgm:spPr/>
      <dgm:t>
        <a:bodyPr/>
        <a:lstStyle/>
        <a:p>
          <a:endParaRPr lang="en-GB"/>
        </a:p>
      </dgm:t>
    </dgm:pt>
    <dgm:pt modelId="{4DB3D8B6-A680-4D24-AD24-02C5C5C30366}" type="sibTrans" cxnId="{1115390C-1EDD-4B93-8D3E-73CFEBC60D3C}">
      <dgm:prSet/>
      <dgm:spPr/>
      <dgm:t>
        <a:bodyPr/>
        <a:lstStyle/>
        <a:p>
          <a:endParaRPr lang="en-GB"/>
        </a:p>
      </dgm:t>
    </dgm:pt>
    <dgm:pt modelId="{08CC9E16-C489-48EF-8BA3-4F3A7EB02C84}">
      <dgm:prSet phldrT="[Text]"/>
      <dgm:spPr/>
      <dgm:t>
        <a:bodyPr/>
        <a:lstStyle/>
        <a:p>
          <a:r>
            <a:rPr lang="en-GB" dirty="0"/>
            <a:t>Finish experiments or research</a:t>
          </a:r>
        </a:p>
      </dgm:t>
    </dgm:pt>
    <dgm:pt modelId="{93B59FC2-6E63-4BF7-8C1D-AC7ACFA9BF1E}" type="parTrans" cxnId="{67A72D88-E3CE-4740-AA64-758974036301}">
      <dgm:prSet/>
      <dgm:spPr/>
      <dgm:t>
        <a:bodyPr/>
        <a:lstStyle/>
        <a:p>
          <a:endParaRPr lang="en-GB"/>
        </a:p>
      </dgm:t>
    </dgm:pt>
    <dgm:pt modelId="{2DEEE559-B548-401D-8EC8-9FF0F2603BBC}" type="sibTrans" cxnId="{67A72D88-E3CE-4740-AA64-758974036301}">
      <dgm:prSet/>
      <dgm:spPr/>
      <dgm:t>
        <a:bodyPr/>
        <a:lstStyle/>
        <a:p>
          <a:endParaRPr lang="en-GB"/>
        </a:p>
      </dgm:t>
    </dgm:pt>
    <dgm:pt modelId="{ED6183BB-D3F4-4262-AC51-BD6F1C33D059}">
      <dgm:prSet phldrT="[Text]"/>
      <dgm:spPr/>
      <dgm:t>
        <a:bodyPr/>
        <a:lstStyle/>
        <a:p>
          <a:r>
            <a:rPr lang="en-GB" dirty="0"/>
            <a:t>Write remaining chapters</a:t>
          </a:r>
        </a:p>
      </dgm:t>
    </dgm:pt>
    <dgm:pt modelId="{C72BFC43-6ABB-4CFA-A6DE-7BFF14CB675D}" type="parTrans" cxnId="{D800F97A-EBD9-4F24-8FD4-81800A967631}">
      <dgm:prSet/>
      <dgm:spPr/>
      <dgm:t>
        <a:bodyPr/>
        <a:lstStyle/>
        <a:p>
          <a:endParaRPr lang="en-GB"/>
        </a:p>
      </dgm:t>
    </dgm:pt>
    <dgm:pt modelId="{FF0E5916-8B3D-40B9-8565-A4F599F95257}" type="sibTrans" cxnId="{D800F97A-EBD9-4F24-8FD4-81800A967631}">
      <dgm:prSet/>
      <dgm:spPr/>
      <dgm:t>
        <a:bodyPr/>
        <a:lstStyle/>
        <a:p>
          <a:endParaRPr lang="en-GB"/>
        </a:p>
      </dgm:t>
    </dgm:pt>
    <dgm:pt modelId="{90FE8A5C-710D-4E6C-AF11-343EB7546BAC}">
      <dgm:prSet phldrT="[Text]"/>
      <dgm:spPr/>
      <dgm:t>
        <a:bodyPr/>
        <a:lstStyle/>
        <a:p>
          <a:r>
            <a:rPr lang="en-GB" dirty="0"/>
            <a:t>Prepare and submit a draft chapter (methodology or lit. review)</a:t>
          </a:r>
        </a:p>
      </dgm:t>
    </dgm:pt>
    <dgm:pt modelId="{ABFED28B-85F5-43F1-8DF8-722F25BAD576}" type="parTrans" cxnId="{05E7E9BE-A356-440A-B65E-41255B6172BA}">
      <dgm:prSet/>
      <dgm:spPr/>
      <dgm:t>
        <a:bodyPr/>
        <a:lstStyle/>
        <a:p>
          <a:endParaRPr lang="en-GB"/>
        </a:p>
      </dgm:t>
    </dgm:pt>
    <dgm:pt modelId="{01B17CFC-3DAD-4F91-80B6-D8BA8A6E0C6A}" type="sibTrans" cxnId="{05E7E9BE-A356-440A-B65E-41255B6172BA}">
      <dgm:prSet/>
      <dgm:spPr/>
      <dgm:t>
        <a:bodyPr/>
        <a:lstStyle/>
        <a:p>
          <a:endParaRPr lang="en-GB"/>
        </a:p>
      </dgm:t>
    </dgm:pt>
    <dgm:pt modelId="{09883A84-97D7-4A7F-9CD6-EA96CD002284}">
      <dgm:prSet phldrT="[Text]"/>
      <dgm:spPr/>
      <dgm:t>
        <a:bodyPr/>
        <a:lstStyle/>
        <a:p>
          <a:r>
            <a:rPr lang="en-GB" dirty="0"/>
            <a:t>Submit for plagiarism check</a:t>
          </a:r>
        </a:p>
      </dgm:t>
    </dgm:pt>
    <dgm:pt modelId="{20E87657-64E3-4FF0-802A-7FA9794F6566}" type="parTrans" cxnId="{463699F0-FDBD-423C-A41A-9F064E689245}">
      <dgm:prSet/>
      <dgm:spPr/>
      <dgm:t>
        <a:bodyPr/>
        <a:lstStyle/>
        <a:p>
          <a:endParaRPr lang="en-GB"/>
        </a:p>
      </dgm:t>
    </dgm:pt>
    <dgm:pt modelId="{99D0F5CE-0E7B-4B9C-8D24-711B22F59217}" type="sibTrans" cxnId="{463699F0-FDBD-423C-A41A-9F064E689245}">
      <dgm:prSet/>
      <dgm:spPr/>
      <dgm:t>
        <a:bodyPr/>
        <a:lstStyle/>
        <a:p>
          <a:endParaRPr lang="en-GB"/>
        </a:p>
      </dgm:t>
    </dgm:pt>
    <dgm:pt modelId="{C4F26C06-5341-4E3D-9EAB-E4EE23EF2FFA}">
      <dgm:prSet phldrT="[Text]"/>
      <dgm:spPr/>
      <dgm:t>
        <a:bodyPr/>
        <a:lstStyle/>
        <a:p>
          <a:r>
            <a:rPr lang="en-GB" dirty="0"/>
            <a:t>Act on Turnitin report</a:t>
          </a:r>
        </a:p>
      </dgm:t>
    </dgm:pt>
    <dgm:pt modelId="{3DAE2FDA-3A41-4161-B5C6-F5F043D5FDD7}" type="parTrans" cxnId="{6AD509F4-B048-471B-845E-6393B680053B}">
      <dgm:prSet/>
      <dgm:spPr/>
      <dgm:t>
        <a:bodyPr/>
        <a:lstStyle/>
        <a:p>
          <a:endParaRPr lang="en-GB"/>
        </a:p>
      </dgm:t>
    </dgm:pt>
    <dgm:pt modelId="{71323ED9-EE26-4407-91E5-48D11ADC821F}" type="sibTrans" cxnId="{6AD509F4-B048-471B-845E-6393B680053B}">
      <dgm:prSet/>
      <dgm:spPr/>
      <dgm:t>
        <a:bodyPr/>
        <a:lstStyle/>
        <a:p>
          <a:endParaRPr lang="en-GB"/>
        </a:p>
      </dgm:t>
    </dgm:pt>
    <dgm:pt modelId="{0F869119-8974-46B8-A240-CFE9615DAEC4}">
      <dgm:prSet phldrT="[Text]"/>
      <dgm:spPr/>
      <dgm:t>
        <a:bodyPr/>
        <a:lstStyle/>
        <a:p>
          <a:r>
            <a:rPr lang="en-GB" dirty="0"/>
            <a:t>Submit final</a:t>
          </a:r>
        </a:p>
      </dgm:t>
    </dgm:pt>
    <dgm:pt modelId="{B13A219F-FBEA-40A5-8B5D-364DE00C04C9}" type="parTrans" cxnId="{E4613321-73A6-40FA-A63F-669E12BB42FB}">
      <dgm:prSet/>
      <dgm:spPr/>
      <dgm:t>
        <a:bodyPr/>
        <a:lstStyle/>
        <a:p>
          <a:endParaRPr lang="en-GB"/>
        </a:p>
      </dgm:t>
    </dgm:pt>
    <dgm:pt modelId="{68E74E61-4A1E-44FB-9410-22F3524AC458}" type="sibTrans" cxnId="{E4613321-73A6-40FA-A63F-669E12BB42FB}">
      <dgm:prSet/>
      <dgm:spPr/>
      <dgm:t>
        <a:bodyPr/>
        <a:lstStyle/>
        <a:p>
          <a:endParaRPr lang="en-GB"/>
        </a:p>
      </dgm:t>
    </dgm:pt>
    <dgm:pt modelId="{C8AE23CC-0411-4813-9297-E0E5D5EACE35}" type="pres">
      <dgm:prSet presAssocID="{7C15FE51-06CF-40E7-9652-7C1A8E3DC587}" presName="Name0" presStyleCnt="0">
        <dgm:presLayoutVars>
          <dgm:dir/>
          <dgm:animLvl val="lvl"/>
          <dgm:resizeHandles val="exact"/>
        </dgm:presLayoutVars>
      </dgm:prSet>
      <dgm:spPr/>
    </dgm:pt>
    <dgm:pt modelId="{C909F142-8751-49A5-8854-2FB4FF0AE05E}" type="pres">
      <dgm:prSet presAssocID="{79B9DB04-65FA-425E-A5B1-C4BF58987E0A}" presName="Name8" presStyleCnt="0"/>
      <dgm:spPr/>
    </dgm:pt>
    <dgm:pt modelId="{E404035B-4F8E-483E-BC99-D102595A296A}" type="pres">
      <dgm:prSet presAssocID="{79B9DB04-65FA-425E-A5B1-C4BF58987E0A}" presName="acctBkgd" presStyleLbl="alignAcc1" presStyleIdx="0" presStyleCnt="3"/>
      <dgm:spPr/>
    </dgm:pt>
    <dgm:pt modelId="{F11EB893-B80E-4FC4-B76A-B63F594625B5}" type="pres">
      <dgm:prSet presAssocID="{79B9DB04-65FA-425E-A5B1-C4BF58987E0A}" presName="acctTx" presStyleLbl="alignAcc1" presStyleIdx="0" presStyleCnt="3">
        <dgm:presLayoutVars>
          <dgm:bulletEnabled val="1"/>
        </dgm:presLayoutVars>
      </dgm:prSet>
      <dgm:spPr/>
    </dgm:pt>
    <dgm:pt modelId="{6F5FB39A-AACC-4B39-8065-B4F914EA8C52}" type="pres">
      <dgm:prSet presAssocID="{79B9DB04-65FA-425E-A5B1-C4BF58987E0A}" presName="level" presStyleLbl="node1" presStyleIdx="0" presStyleCnt="3">
        <dgm:presLayoutVars>
          <dgm:chMax val="1"/>
          <dgm:bulletEnabled val="1"/>
        </dgm:presLayoutVars>
      </dgm:prSet>
      <dgm:spPr/>
    </dgm:pt>
    <dgm:pt modelId="{BE22D11E-1AC1-413B-BB19-BF2C9EAA84F5}" type="pres">
      <dgm:prSet presAssocID="{79B9DB04-65FA-425E-A5B1-C4BF58987E0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098CF04-5FA9-402F-9297-5B2C65BDB951}" type="pres">
      <dgm:prSet presAssocID="{F1A878FA-8DE0-46BF-8A6F-42D48C9685BC}" presName="Name8" presStyleCnt="0"/>
      <dgm:spPr/>
    </dgm:pt>
    <dgm:pt modelId="{BD86C62A-F7DF-48D0-BFE2-EACF564128AD}" type="pres">
      <dgm:prSet presAssocID="{F1A878FA-8DE0-46BF-8A6F-42D48C9685BC}" presName="acctBkgd" presStyleLbl="alignAcc1" presStyleIdx="1" presStyleCnt="3"/>
      <dgm:spPr/>
    </dgm:pt>
    <dgm:pt modelId="{1D8E6899-2BE4-4642-A5B9-6751DA08D8B1}" type="pres">
      <dgm:prSet presAssocID="{F1A878FA-8DE0-46BF-8A6F-42D48C9685BC}" presName="acctTx" presStyleLbl="alignAcc1" presStyleIdx="1" presStyleCnt="3">
        <dgm:presLayoutVars>
          <dgm:bulletEnabled val="1"/>
        </dgm:presLayoutVars>
      </dgm:prSet>
      <dgm:spPr/>
    </dgm:pt>
    <dgm:pt modelId="{122F6771-7222-4EBB-AF99-CB87A08B4407}" type="pres">
      <dgm:prSet presAssocID="{F1A878FA-8DE0-46BF-8A6F-42D48C9685BC}" presName="level" presStyleLbl="node1" presStyleIdx="1" presStyleCnt="3">
        <dgm:presLayoutVars>
          <dgm:chMax val="1"/>
          <dgm:bulletEnabled val="1"/>
        </dgm:presLayoutVars>
      </dgm:prSet>
      <dgm:spPr/>
    </dgm:pt>
    <dgm:pt modelId="{D5FAD32D-C8EA-43E6-8B91-31E473C17F8C}" type="pres">
      <dgm:prSet presAssocID="{F1A878FA-8DE0-46BF-8A6F-42D48C9685B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139DDA1-B291-49F5-B06E-02CC07760976}" type="pres">
      <dgm:prSet presAssocID="{92AD18B8-E23C-4A15-8B75-1C4D1EFB4CE6}" presName="Name8" presStyleCnt="0"/>
      <dgm:spPr/>
    </dgm:pt>
    <dgm:pt modelId="{AF6E2A21-7DD6-49CD-89D1-589788AA88EF}" type="pres">
      <dgm:prSet presAssocID="{92AD18B8-E23C-4A15-8B75-1C4D1EFB4CE6}" presName="acctBkgd" presStyleLbl="alignAcc1" presStyleIdx="2" presStyleCnt="3"/>
      <dgm:spPr/>
    </dgm:pt>
    <dgm:pt modelId="{8FB0AF45-2474-4511-A167-6B5055B7D88B}" type="pres">
      <dgm:prSet presAssocID="{92AD18B8-E23C-4A15-8B75-1C4D1EFB4CE6}" presName="acctTx" presStyleLbl="alignAcc1" presStyleIdx="2" presStyleCnt="3">
        <dgm:presLayoutVars>
          <dgm:bulletEnabled val="1"/>
        </dgm:presLayoutVars>
      </dgm:prSet>
      <dgm:spPr/>
    </dgm:pt>
    <dgm:pt modelId="{42543924-75F3-4B7F-9829-1DB5B836F512}" type="pres">
      <dgm:prSet presAssocID="{92AD18B8-E23C-4A15-8B75-1C4D1EFB4CE6}" presName="level" presStyleLbl="node1" presStyleIdx="2" presStyleCnt="3">
        <dgm:presLayoutVars>
          <dgm:chMax val="1"/>
          <dgm:bulletEnabled val="1"/>
        </dgm:presLayoutVars>
      </dgm:prSet>
      <dgm:spPr/>
    </dgm:pt>
    <dgm:pt modelId="{C421EB79-43EA-41DC-9AC7-DAC37F599CB3}" type="pres">
      <dgm:prSet presAssocID="{92AD18B8-E23C-4A15-8B75-1C4D1EFB4CE6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E9E3506-43B1-4C33-B2E8-B3642BC246DF}" type="presOf" srcId="{ECD629B2-31DC-4BE8-8062-4431938E9266}" destId="{E404035B-4F8E-483E-BC99-D102595A296A}" srcOrd="0" destOrd="2" presId="urn:microsoft.com/office/officeart/2005/8/layout/pyramid1"/>
    <dgm:cxn modelId="{21A0810A-7B65-4ABA-AD68-099934B43C38}" type="presOf" srcId="{6BBB463C-54DB-4656-BA1A-A9E3554370F2}" destId="{F11EB893-B80E-4FC4-B76A-B63F594625B5}" srcOrd="1" destOrd="1" presId="urn:microsoft.com/office/officeart/2005/8/layout/pyramid1"/>
    <dgm:cxn modelId="{84A2340B-1484-45FB-AC6C-D14724266EEB}" type="presOf" srcId="{39475440-C4A8-4FA5-8D00-EFB43D17CDF5}" destId="{AF6E2A21-7DD6-49CD-89D1-589788AA88EF}" srcOrd="0" destOrd="0" presId="urn:microsoft.com/office/officeart/2005/8/layout/pyramid1"/>
    <dgm:cxn modelId="{1115390C-1EDD-4B93-8D3E-73CFEBC60D3C}" srcId="{92AD18B8-E23C-4A15-8B75-1C4D1EFB4CE6}" destId="{39475440-C4A8-4FA5-8D00-EFB43D17CDF5}" srcOrd="0" destOrd="0" parTransId="{56C69EA1-3F31-4A6B-84C2-7D9D05FF30E7}" sibTransId="{4DB3D8B6-A680-4D24-AD24-02C5C5C30366}"/>
    <dgm:cxn modelId="{9985400D-00F5-468E-9DE9-6117B809E33A}" type="presOf" srcId="{ECD629B2-31DC-4BE8-8062-4431938E9266}" destId="{F11EB893-B80E-4FC4-B76A-B63F594625B5}" srcOrd="1" destOrd="2" presId="urn:microsoft.com/office/officeart/2005/8/layout/pyramid1"/>
    <dgm:cxn modelId="{F5DE660D-CDDE-40E4-B78D-CD31C3B2929A}" type="presOf" srcId="{BF17E9EC-C7FC-4DE6-BD68-D9C23CC3CF10}" destId="{F11EB893-B80E-4FC4-B76A-B63F594625B5}" srcOrd="1" destOrd="3" presId="urn:microsoft.com/office/officeart/2005/8/layout/pyramid1"/>
    <dgm:cxn modelId="{08DC2F11-699C-4271-A745-4890F2854E08}" type="presOf" srcId="{09883A84-97D7-4A7F-9CD6-EA96CD002284}" destId="{AF6E2A21-7DD6-49CD-89D1-589788AA88EF}" srcOrd="0" destOrd="3" presId="urn:microsoft.com/office/officeart/2005/8/layout/pyramid1"/>
    <dgm:cxn modelId="{ADEB8013-16F8-4AEF-B69B-2E75842D1DDF}" type="presOf" srcId="{ED6183BB-D3F4-4262-AC51-BD6F1C33D059}" destId="{AF6E2A21-7DD6-49CD-89D1-589788AA88EF}" srcOrd="0" destOrd="2" presId="urn:microsoft.com/office/officeart/2005/8/layout/pyramid1"/>
    <dgm:cxn modelId="{17A2A813-7809-45C5-9BE0-04F6F466778D}" srcId="{7C15FE51-06CF-40E7-9652-7C1A8E3DC587}" destId="{F1A878FA-8DE0-46BF-8A6F-42D48C9685BC}" srcOrd="1" destOrd="0" parTransId="{182ABF5F-4516-4FA4-8E82-0D840D49E198}" sibTransId="{BE4DAE1A-E2EA-4366-8F09-72B6439E671D}"/>
    <dgm:cxn modelId="{ED723415-D1BA-4B60-A9F4-098329B643DF}" type="presOf" srcId="{346F6B3F-AD2D-4B47-8DDC-1AA950F213E1}" destId="{BD86C62A-F7DF-48D0-BFE2-EACF564128AD}" srcOrd="0" destOrd="2" presId="urn:microsoft.com/office/officeart/2005/8/layout/pyramid1"/>
    <dgm:cxn modelId="{E399541A-A32A-4AC0-A869-DD5EF5EEFEA9}" type="presOf" srcId="{6BBB463C-54DB-4656-BA1A-A9E3554370F2}" destId="{E404035B-4F8E-483E-BC99-D102595A296A}" srcOrd="0" destOrd="1" presId="urn:microsoft.com/office/officeart/2005/8/layout/pyramid1"/>
    <dgm:cxn modelId="{E036231B-D2D9-47F2-A5B4-109FA395C9FA}" srcId="{7C15FE51-06CF-40E7-9652-7C1A8E3DC587}" destId="{79B9DB04-65FA-425E-A5B1-C4BF58987E0A}" srcOrd="0" destOrd="0" parTransId="{91E4BA9C-0C2C-47D6-90CE-9EF5EF4113D4}" sibTransId="{5F9DDBCE-04E7-451D-87F7-9A3150A1B97E}"/>
    <dgm:cxn modelId="{0D91EC1F-B821-46D8-9149-09CCEDE84B94}" srcId="{7C15FE51-06CF-40E7-9652-7C1A8E3DC587}" destId="{92AD18B8-E23C-4A15-8B75-1C4D1EFB4CE6}" srcOrd="2" destOrd="0" parTransId="{646BB2D5-52DE-4BAB-AE79-BA1D0B05982C}" sibTransId="{073FE99B-EC92-4958-990B-E1C116119445}"/>
    <dgm:cxn modelId="{7C9A3A20-410E-4DB2-957C-ABBAD08CDD84}" type="presOf" srcId="{0F869119-8974-46B8-A240-CFE9615DAEC4}" destId="{8FB0AF45-2474-4511-A167-6B5055B7D88B}" srcOrd="1" destOrd="5" presId="urn:microsoft.com/office/officeart/2005/8/layout/pyramid1"/>
    <dgm:cxn modelId="{E4613321-73A6-40FA-A63F-669E12BB42FB}" srcId="{92AD18B8-E23C-4A15-8B75-1C4D1EFB4CE6}" destId="{0F869119-8974-46B8-A240-CFE9615DAEC4}" srcOrd="5" destOrd="0" parTransId="{B13A219F-FBEA-40A5-8B5D-364DE00C04C9}" sibTransId="{68E74E61-4A1E-44FB-9410-22F3524AC458}"/>
    <dgm:cxn modelId="{CD7C1526-541E-4AA2-82E6-3169F003D6BD}" type="presOf" srcId="{620AE3FB-1585-4C6A-9B87-D6C399CF59CC}" destId="{F11EB893-B80E-4FC4-B76A-B63F594625B5}" srcOrd="1" destOrd="4" presId="urn:microsoft.com/office/officeart/2005/8/layout/pyramid1"/>
    <dgm:cxn modelId="{5B29D832-E7BC-446B-AF24-03B5C1DDBF73}" srcId="{F1A878FA-8DE0-46BF-8A6F-42D48C9685BC}" destId="{346F6B3F-AD2D-4B47-8DDC-1AA950F213E1}" srcOrd="2" destOrd="0" parTransId="{48B4E175-CF18-41D8-8B34-8B2B3C539C51}" sibTransId="{4EAC085A-A06C-4192-936F-F38F571C5A4B}"/>
    <dgm:cxn modelId="{38550833-120D-499A-8960-E31B00AE8557}" type="presOf" srcId="{BF17E9EC-C7FC-4DE6-BD68-D9C23CC3CF10}" destId="{E404035B-4F8E-483E-BC99-D102595A296A}" srcOrd="0" destOrd="3" presId="urn:microsoft.com/office/officeart/2005/8/layout/pyramid1"/>
    <dgm:cxn modelId="{46DF6C3F-05AF-4910-B370-66F611E44253}" type="presOf" srcId="{09883A84-97D7-4A7F-9CD6-EA96CD002284}" destId="{8FB0AF45-2474-4511-A167-6B5055B7D88B}" srcOrd="1" destOrd="3" presId="urn:microsoft.com/office/officeart/2005/8/layout/pyramid1"/>
    <dgm:cxn modelId="{F8F3315F-1941-4A6F-9393-DBA16F9A9AAF}" type="presOf" srcId="{ED6183BB-D3F4-4262-AC51-BD6F1C33D059}" destId="{8FB0AF45-2474-4511-A167-6B5055B7D88B}" srcOrd="1" destOrd="2" presId="urn:microsoft.com/office/officeart/2005/8/layout/pyramid1"/>
    <dgm:cxn modelId="{69187D63-70F7-45C2-B63B-37A9EF13DAA6}" srcId="{79B9DB04-65FA-425E-A5B1-C4BF58987E0A}" destId="{BF17E9EC-C7FC-4DE6-BD68-D9C23CC3CF10}" srcOrd="3" destOrd="0" parTransId="{74CCAAD9-DB9A-46AA-BB46-C9F55A540AC5}" sibTransId="{F9028C66-0EE0-41F8-B78B-3117C355FCDB}"/>
    <dgm:cxn modelId="{434A9E43-C564-4BE8-B82A-B82B65592B65}" type="presOf" srcId="{AD403C08-564C-4F1A-9CA6-90A66C45E445}" destId="{BD86C62A-F7DF-48D0-BFE2-EACF564128AD}" srcOrd="0" destOrd="1" presId="urn:microsoft.com/office/officeart/2005/8/layout/pyramid1"/>
    <dgm:cxn modelId="{D3563C49-CD32-43AB-805A-B9217743EC22}" type="presOf" srcId="{39475440-C4A8-4FA5-8D00-EFB43D17CDF5}" destId="{8FB0AF45-2474-4511-A167-6B5055B7D88B}" srcOrd="1" destOrd="0" presId="urn:microsoft.com/office/officeart/2005/8/layout/pyramid1"/>
    <dgm:cxn modelId="{63946B69-3C7B-401B-813C-162AC1E93DC1}" type="presOf" srcId="{BE097080-1733-4497-85A5-AA2432B5C165}" destId="{1D8E6899-2BE4-4642-A5B9-6751DA08D8B1}" srcOrd="1" destOrd="0" presId="urn:microsoft.com/office/officeart/2005/8/layout/pyramid1"/>
    <dgm:cxn modelId="{5F06E06D-C798-44A8-A7DE-337325539D01}" type="presOf" srcId="{08CC9E16-C489-48EF-8BA3-4F3A7EB02C84}" destId="{8FB0AF45-2474-4511-A167-6B5055B7D88B}" srcOrd="1" destOrd="1" presId="urn:microsoft.com/office/officeart/2005/8/layout/pyramid1"/>
    <dgm:cxn modelId="{0C40464E-5E14-4F06-BE76-375644357F20}" type="presOf" srcId="{79B9DB04-65FA-425E-A5B1-C4BF58987E0A}" destId="{6F5FB39A-AACC-4B39-8065-B4F914EA8C52}" srcOrd="0" destOrd="0" presId="urn:microsoft.com/office/officeart/2005/8/layout/pyramid1"/>
    <dgm:cxn modelId="{158F2779-553B-43DB-A24E-C1FB435065A6}" srcId="{79B9DB04-65FA-425E-A5B1-C4BF58987E0A}" destId="{620AE3FB-1585-4C6A-9B87-D6C399CF59CC}" srcOrd="4" destOrd="0" parTransId="{7EA9A602-2C58-4D8A-BFF0-CF136F826891}" sibTransId="{D998DE5F-BDE9-476D-B895-85C491E9EFFB}"/>
    <dgm:cxn modelId="{D800F97A-EBD9-4F24-8FD4-81800A967631}" srcId="{92AD18B8-E23C-4A15-8B75-1C4D1EFB4CE6}" destId="{ED6183BB-D3F4-4262-AC51-BD6F1C33D059}" srcOrd="2" destOrd="0" parTransId="{C72BFC43-6ABB-4CFA-A6DE-7BFF14CB675D}" sibTransId="{FF0E5916-8B3D-40B9-8565-A4F599F95257}"/>
    <dgm:cxn modelId="{08166D7F-E8AA-4D84-B811-BC05ADE62262}" type="presOf" srcId="{AD403C08-564C-4F1A-9CA6-90A66C45E445}" destId="{1D8E6899-2BE4-4642-A5B9-6751DA08D8B1}" srcOrd="1" destOrd="1" presId="urn:microsoft.com/office/officeart/2005/8/layout/pyramid1"/>
    <dgm:cxn modelId="{887F0F81-CC2E-4D06-8A2C-4733993531DF}" srcId="{79B9DB04-65FA-425E-A5B1-C4BF58987E0A}" destId="{6BBB463C-54DB-4656-BA1A-A9E3554370F2}" srcOrd="1" destOrd="0" parTransId="{A02A48AF-6BCF-472E-8383-6AA97B32772A}" sibTransId="{9290196B-FB7B-41DB-89D8-C86E76499DA8}"/>
    <dgm:cxn modelId="{24B27481-EA2A-4B33-9237-6BC3F442E678}" srcId="{F1A878FA-8DE0-46BF-8A6F-42D48C9685BC}" destId="{5354DF59-1F52-402C-A292-2AFB6B625CF1}" srcOrd="4" destOrd="0" parTransId="{E163C67D-2589-4EC5-B325-5302C63C1858}" sibTransId="{96FB84ED-1B98-447F-8633-071B44FFE6EB}"/>
    <dgm:cxn modelId="{D01C4B85-9401-4E67-956D-B60CB5E293D7}" type="presOf" srcId="{F1A878FA-8DE0-46BF-8A6F-42D48C9685BC}" destId="{122F6771-7222-4EBB-AF99-CB87A08B4407}" srcOrd="0" destOrd="0" presId="urn:microsoft.com/office/officeart/2005/8/layout/pyramid1"/>
    <dgm:cxn modelId="{67A72D88-E3CE-4740-AA64-758974036301}" srcId="{92AD18B8-E23C-4A15-8B75-1C4D1EFB4CE6}" destId="{08CC9E16-C489-48EF-8BA3-4F3A7EB02C84}" srcOrd="1" destOrd="0" parTransId="{93B59FC2-6E63-4BF7-8C1D-AC7ACFA9BF1E}" sibTransId="{2DEEE559-B548-401D-8EC8-9FF0F2603BBC}"/>
    <dgm:cxn modelId="{ECF74B89-A77B-4CEA-83D0-32D9F16EA8DB}" type="presOf" srcId="{90FE8A5C-710D-4E6C-AF11-343EB7546BAC}" destId="{BD86C62A-F7DF-48D0-BFE2-EACF564128AD}" srcOrd="0" destOrd="3" presId="urn:microsoft.com/office/officeart/2005/8/layout/pyramid1"/>
    <dgm:cxn modelId="{AF61DF9C-CF95-455D-BBA4-375685E05F8C}" srcId="{79B9DB04-65FA-425E-A5B1-C4BF58987E0A}" destId="{1E5FCCD6-D257-4135-B0DF-11B6DA980F7E}" srcOrd="0" destOrd="0" parTransId="{DE867E70-F843-4C7A-B929-DBBCCBA749D0}" sibTransId="{CAE0CEF4-53BE-4901-A200-AED048513913}"/>
    <dgm:cxn modelId="{7EF8BE9E-3632-4929-9D56-8E6A633134E6}" type="presOf" srcId="{C4F26C06-5341-4E3D-9EAB-E4EE23EF2FFA}" destId="{8FB0AF45-2474-4511-A167-6B5055B7D88B}" srcOrd="1" destOrd="4" presId="urn:microsoft.com/office/officeart/2005/8/layout/pyramid1"/>
    <dgm:cxn modelId="{BD85D1A0-1595-491B-B275-56B77FC49C57}" type="presOf" srcId="{346F6B3F-AD2D-4B47-8DDC-1AA950F213E1}" destId="{1D8E6899-2BE4-4642-A5B9-6751DA08D8B1}" srcOrd="1" destOrd="2" presId="urn:microsoft.com/office/officeart/2005/8/layout/pyramid1"/>
    <dgm:cxn modelId="{946A3AA8-8AC3-45B6-A8DB-FAD7AB513620}" type="presOf" srcId="{0F869119-8974-46B8-A240-CFE9615DAEC4}" destId="{AF6E2A21-7DD6-49CD-89D1-589788AA88EF}" srcOrd="0" destOrd="5" presId="urn:microsoft.com/office/officeart/2005/8/layout/pyramid1"/>
    <dgm:cxn modelId="{920786B2-C438-49A9-9BC5-AC5925714ED5}" type="presOf" srcId="{7C15FE51-06CF-40E7-9652-7C1A8E3DC587}" destId="{C8AE23CC-0411-4813-9297-E0E5D5EACE35}" srcOrd="0" destOrd="0" presId="urn:microsoft.com/office/officeart/2005/8/layout/pyramid1"/>
    <dgm:cxn modelId="{317821B4-AB5A-4290-A626-43B253264C1F}" srcId="{F1A878FA-8DE0-46BF-8A6F-42D48C9685BC}" destId="{AD403C08-564C-4F1A-9CA6-90A66C45E445}" srcOrd="1" destOrd="0" parTransId="{E7947E3A-DA60-42D0-B44B-50C20DA35022}" sibTransId="{2D5BA49C-EB38-42DB-9D9D-FCF5A0456311}"/>
    <dgm:cxn modelId="{A1B153B9-70CA-43D6-909A-CCF4DCC76BBD}" srcId="{79B9DB04-65FA-425E-A5B1-C4BF58987E0A}" destId="{ECD629B2-31DC-4BE8-8062-4431938E9266}" srcOrd="2" destOrd="0" parTransId="{6A942D02-E932-4B43-8DCB-2DE3EB0FE1C9}" sibTransId="{B5D5E6B7-14DE-4C9B-8555-FF8A98089B59}"/>
    <dgm:cxn modelId="{918122BD-8F14-4C3B-8947-686C953B634F}" type="presOf" srcId="{C4F26C06-5341-4E3D-9EAB-E4EE23EF2FFA}" destId="{AF6E2A21-7DD6-49CD-89D1-589788AA88EF}" srcOrd="0" destOrd="4" presId="urn:microsoft.com/office/officeart/2005/8/layout/pyramid1"/>
    <dgm:cxn modelId="{91DE50BE-AD98-47B0-A162-085326160993}" type="presOf" srcId="{1E5FCCD6-D257-4135-B0DF-11B6DA980F7E}" destId="{F11EB893-B80E-4FC4-B76A-B63F594625B5}" srcOrd="1" destOrd="0" presId="urn:microsoft.com/office/officeart/2005/8/layout/pyramid1"/>
    <dgm:cxn modelId="{05E7E9BE-A356-440A-B65E-41255B6172BA}" srcId="{F1A878FA-8DE0-46BF-8A6F-42D48C9685BC}" destId="{90FE8A5C-710D-4E6C-AF11-343EB7546BAC}" srcOrd="3" destOrd="0" parTransId="{ABFED28B-85F5-43F1-8DF8-722F25BAD576}" sibTransId="{01B17CFC-3DAD-4F91-80B6-D8BA8A6E0C6A}"/>
    <dgm:cxn modelId="{17C022C2-EBFE-431B-B363-C7F4481E6B87}" type="presOf" srcId="{90FE8A5C-710D-4E6C-AF11-343EB7546BAC}" destId="{1D8E6899-2BE4-4642-A5B9-6751DA08D8B1}" srcOrd="1" destOrd="3" presId="urn:microsoft.com/office/officeart/2005/8/layout/pyramid1"/>
    <dgm:cxn modelId="{3F08EACA-6380-4F13-811A-372DEC6657B8}" type="presOf" srcId="{5354DF59-1F52-402C-A292-2AFB6B625CF1}" destId="{BD86C62A-F7DF-48D0-BFE2-EACF564128AD}" srcOrd="0" destOrd="4" presId="urn:microsoft.com/office/officeart/2005/8/layout/pyramid1"/>
    <dgm:cxn modelId="{28415FD5-A436-4AA3-A393-274AF6FFB6E0}" srcId="{F1A878FA-8DE0-46BF-8A6F-42D48C9685BC}" destId="{BE097080-1733-4497-85A5-AA2432B5C165}" srcOrd="0" destOrd="0" parTransId="{3644AB15-B56B-4C8E-9A05-C10C3B3FDA11}" sibTransId="{6BCA394E-7A44-4204-A39A-41E280B14EB0}"/>
    <dgm:cxn modelId="{C61250D7-947A-4975-ADCD-E23BC7783304}" type="presOf" srcId="{620AE3FB-1585-4C6A-9B87-D6C399CF59CC}" destId="{E404035B-4F8E-483E-BC99-D102595A296A}" srcOrd="0" destOrd="4" presId="urn:microsoft.com/office/officeart/2005/8/layout/pyramid1"/>
    <dgm:cxn modelId="{B9876BD8-EEE6-4D37-831E-7EA19CDFD91E}" type="presOf" srcId="{5354DF59-1F52-402C-A292-2AFB6B625CF1}" destId="{1D8E6899-2BE4-4642-A5B9-6751DA08D8B1}" srcOrd="1" destOrd="4" presId="urn:microsoft.com/office/officeart/2005/8/layout/pyramid1"/>
    <dgm:cxn modelId="{9C1F5ADB-13AC-41A7-A233-ED8E267B044F}" type="presOf" srcId="{BE097080-1733-4497-85A5-AA2432B5C165}" destId="{BD86C62A-F7DF-48D0-BFE2-EACF564128AD}" srcOrd="0" destOrd="0" presId="urn:microsoft.com/office/officeart/2005/8/layout/pyramid1"/>
    <dgm:cxn modelId="{463699F0-FDBD-423C-A41A-9F064E689245}" srcId="{92AD18B8-E23C-4A15-8B75-1C4D1EFB4CE6}" destId="{09883A84-97D7-4A7F-9CD6-EA96CD002284}" srcOrd="3" destOrd="0" parTransId="{20E87657-64E3-4FF0-802A-7FA9794F6566}" sibTransId="{99D0F5CE-0E7B-4B9C-8D24-711B22F59217}"/>
    <dgm:cxn modelId="{5730CCF0-CF32-48F9-B8F9-1D840DDC7331}" type="presOf" srcId="{92AD18B8-E23C-4A15-8B75-1C4D1EFB4CE6}" destId="{C421EB79-43EA-41DC-9AC7-DAC37F599CB3}" srcOrd="1" destOrd="0" presId="urn:microsoft.com/office/officeart/2005/8/layout/pyramid1"/>
    <dgm:cxn modelId="{4B7047F3-9105-46F2-B0F0-34B338A67727}" type="presOf" srcId="{F1A878FA-8DE0-46BF-8A6F-42D48C9685BC}" destId="{D5FAD32D-C8EA-43E6-8B91-31E473C17F8C}" srcOrd="1" destOrd="0" presId="urn:microsoft.com/office/officeart/2005/8/layout/pyramid1"/>
    <dgm:cxn modelId="{6AD509F4-B048-471B-845E-6393B680053B}" srcId="{92AD18B8-E23C-4A15-8B75-1C4D1EFB4CE6}" destId="{C4F26C06-5341-4E3D-9EAB-E4EE23EF2FFA}" srcOrd="4" destOrd="0" parTransId="{3DAE2FDA-3A41-4161-B5C6-F5F043D5FDD7}" sibTransId="{71323ED9-EE26-4407-91E5-48D11ADC821F}"/>
    <dgm:cxn modelId="{30B136F8-38BB-40E5-BD0D-877E1907852A}" type="presOf" srcId="{1E5FCCD6-D257-4135-B0DF-11B6DA980F7E}" destId="{E404035B-4F8E-483E-BC99-D102595A296A}" srcOrd="0" destOrd="0" presId="urn:microsoft.com/office/officeart/2005/8/layout/pyramid1"/>
    <dgm:cxn modelId="{C46961F8-7AE7-4CA5-A018-9F27AD67EFDB}" type="presOf" srcId="{79B9DB04-65FA-425E-A5B1-C4BF58987E0A}" destId="{BE22D11E-1AC1-413B-BB19-BF2C9EAA84F5}" srcOrd="1" destOrd="0" presId="urn:microsoft.com/office/officeart/2005/8/layout/pyramid1"/>
    <dgm:cxn modelId="{B493C2FB-AC01-46EE-AD6D-D8086B01AFB0}" type="presOf" srcId="{92AD18B8-E23C-4A15-8B75-1C4D1EFB4CE6}" destId="{42543924-75F3-4B7F-9829-1DB5B836F512}" srcOrd="0" destOrd="0" presId="urn:microsoft.com/office/officeart/2005/8/layout/pyramid1"/>
    <dgm:cxn modelId="{4EFFB3FD-FA77-4824-B920-84316B863624}" type="presOf" srcId="{08CC9E16-C489-48EF-8BA3-4F3A7EB02C84}" destId="{AF6E2A21-7DD6-49CD-89D1-589788AA88EF}" srcOrd="0" destOrd="1" presId="urn:microsoft.com/office/officeart/2005/8/layout/pyramid1"/>
    <dgm:cxn modelId="{60CA1B5A-F508-4B63-8039-8C0FA7FDF731}" type="presParOf" srcId="{C8AE23CC-0411-4813-9297-E0E5D5EACE35}" destId="{C909F142-8751-49A5-8854-2FB4FF0AE05E}" srcOrd="0" destOrd="0" presId="urn:microsoft.com/office/officeart/2005/8/layout/pyramid1"/>
    <dgm:cxn modelId="{3A7A0F7D-A95E-42C7-AE48-DD37C8EB8470}" type="presParOf" srcId="{C909F142-8751-49A5-8854-2FB4FF0AE05E}" destId="{E404035B-4F8E-483E-BC99-D102595A296A}" srcOrd="0" destOrd="0" presId="urn:microsoft.com/office/officeart/2005/8/layout/pyramid1"/>
    <dgm:cxn modelId="{07EC58FC-6F3E-4DF5-B9F3-AD3B41544730}" type="presParOf" srcId="{C909F142-8751-49A5-8854-2FB4FF0AE05E}" destId="{F11EB893-B80E-4FC4-B76A-B63F594625B5}" srcOrd="1" destOrd="0" presId="urn:microsoft.com/office/officeart/2005/8/layout/pyramid1"/>
    <dgm:cxn modelId="{8F0FB7D2-92AE-44BB-972E-3B2FD7152894}" type="presParOf" srcId="{C909F142-8751-49A5-8854-2FB4FF0AE05E}" destId="{6F5FB39A-AACC-4B39-8065-B4F914EA8C52}" srcOrd="2" destOrd="0" presId="urn:microsoft.com/office/officeart/2005/8/layout/pyramid1"/>
    <dgm:cxn modelId="{4FA82E86-2CB5-450D-8D6F-72A6E1ACF6DB}" type="presParOf" srcId="{C909F142-8751-49A5-8854-2FB4FF0AE05E}" destId="{BE22D11E-1AC1-413B-BB19-BF2C9EAA84F5}" srcOrd="3" destOrd="0" presId="urn:microsoft.com/office/officeart/2005/8/layout/pyramid1"/>
    <dgm:cxn modelId="{4EA72F24-8B58-463D-906F-7DA00D420AB8}" type="presParOf" srcId="{C8AE23CC-0411-4813-9297-E0E5D5EACE35}" destId="{2098CF04-5FA9-402F-9297-5B2C65BDB951}" srcOrd="1" destOrd="0" presId="urn:microsoft.com/office/officeart/2005/8/layout/pyramid1"/>
    <dgm:cxn modelId="{E4780AD0-5967-4307-881B-F74045CA55E2}" type="presParOf" srcId="{2098CF04-5FA9-402F-9297-5B2C65BDB951}" destId="{BD86C62A-F7DF-48D0-BFE2-EACF564128AD}" srcOrd="0" destOrd="0" presId="urn:microsoft.com/office/officeart/2005/8/layout/pyramid1"/>
    <dgm:cxn modelId="{D992F4AA-7E3D-4FC0-894E-9F8EE4921448}" type="presParOf" srcId="{2098CF04-5FA9-402F-9297-5B2C65BDB951}" destId="{1D8E6899-2BE4-4642-A5B9-6751DA08D8B1}" srcOrd="1" destOrd="0" presId="urn:microsoft.com/office/officeart/2005/8/layout/pyramid1"/>
    <dgm:cxn modelId="{2B5FE2A5-1102-4A4B-B71E-426B87260F0C}" type="presParOf" srcId="{2098CF04-5FA9-402F-9297-5B2C65BDB951}" destId="{122F6771-7222-4EBB-AF99-CB87A08B4407}" srcOrd="2" destOrd="0" presId="urn:microsoft.com/office/officeart/2005/8/layout/pyramid1"/>
    <dgm:cxn modelId="{2E6A1605-0497-4FA6-A557-5358F61FD6D5}" type="presParOf" srcId="{2098CF04-5FA9-402F-9297-5B2C65BDB951}" destId="{D5FAD32D-C8EA-43E6-8B91-31E473C17F8C}" srcOrd="3" destOrd="0" presId="urn:microsoft.com/office/officeart/2005/8/layout/pyramid1"/>
    <dgm:cxn modelId="{C9A4C602-EE8B-4B45-96B3-BE4D904D4B50}" type="presParOf" srcId="{C8AE23CC-0411-4813-9297-E0E5D5EACE35}" destId="{B139DDA1-B291-49F5-B06E-02CC07760976}" srcOrd="2" destOrd="0" presId="urn:microsoft.com/office/officeart/2005/8/layout/pyramid1"/>
    <dgm:cxn modelId="{B45EA64A-43B2-4009-8070-709B796BC266}" type="presParOf" srcId="{B139DDA1-B291-49F5-B06E-02CC07760976}" destId="{AF6E2A21-7DD6-49CD-89D1-589788AA88EF}" srcOrd="0" destOrd="0" presId="urn:microsoft.com/office/officeart/2005/8/layout/pyramid1"/>
    <dgm:cxn modelId="{64D7F1A2-D761-4613-9848-22E6F33A0C6A}" type="presParOf" srcId="{B139DDA1-B291-49F5-B06E-02CC07760976}" destId="{8FB0AF45-2474-4511-A167-6B5055B7D88B}" srcOrd="1" destOrd="0" presId="urn:microsoft.com/office/officeart/2005/8/layout/pyramid1"/>
    <dgm:cxn modelId="{76FD2016-9903-4A1D-AA76-EFBF68785F66}" type="presParOf" srcId="{B139DDA1-B291-49F5-B06E-02CC07760976}" destId="{42543924-75F3-4B7F-9829-1DB5B836F512}" srcOrd="2" destOrd="0" presId="urn:microsoft.com/office/officeart/2005/8/layout/pyramid1"/>
    <dgm:cxn modelId="{66C1EB17-3A32-4EF8-A10C-C502672AF969}" type="presParOf" srcId="{B139DDA1-B291-49F5-B06E-02CC07760976}" destId="{C421EB79-43EA-41DC-9AC7-DAC37F599CB3}" srcOrd="3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E460C4-EBE5-4DFE-95F8-D324FF58B823}" type="doc">
      <dgm:prSet loTypeId="urn:diagrams.loki3.com/VaryingWidthList" loCatId="list" qsTypeId="urn:microsoft.com/office/officeart/2005/8/quickstyle/simple1" qsCatId="simple" csTypeId="urn:microsoft.com/office/officeart/2005/8/colors/colorful5" csCatId="colorful" phldr="1"/>
      <dgm:spPr/>
    </dgm:pt>
    <dgm:pt modelId="{241306AC-4AAC-468E-8F4A-09C0C6FB49F7}">
      <dgm:prSet phldrT="[Text]"/>
      <dgm:spPr/>
      <dgm:t>
        <a:bodyPr/>
        <a:lstStyle/>
        <a:p>
          <a:r>
            <a:rPr lang="en-GB" dirty="0"/>
            <a:t> </a:t>
          </a:r>
        </a:p>
      </dgm:t>
    </dgm:pt>
    <dgm:pt modelId="{9F1C1DE1-92DF-4CC0-8534-94F76B55C2FE}" type="parTrans" cxnId="{29989733-BE89-44EE-B165-C50CB4923CFE}">
      <dgm:prSet/>
      <dgm:spPr/>
      <dgm:t>
        <a:bodyPr/>
        <a:lstStyle/>
        <a:p>
          <a:endParaRPr lang="en-GB"/>
        </a:p>
      </dgm:t>
    </dgm:pt>
    <dgm:pt modelId="{ABF6D930-F983-442E-8A02-10AAFFE16A6B}" type="sibTrans" cxnId="{29989733-BE89-44EE-B165-C50CB4923CFE}">
      <dgm:prSet/>
      <dgm:spPr/>
      <dgm:t>
        <a:bodyPr/>
        <a:lstStyle/>
        <a:p>
          <a:endParaRPr lang="en-GB"/>
        </a:p>
      </dgm:t>
    </dgm:pt>
    <dgm:pt modelId="{06BC3C3B-EAA2-4154-821D-AC7F0F7060BB}">
      <dgm:prSet phldrT="[Text]"/>
      <dgm:spPr/>
      <dgm:t>
        <a:bodyPr/>
        <a:lstStyle/>
        <a:p>
          <a:endParaRPr lang="en-GB" dirty="0"/>
        </a:p>
      </dgm:t>
    </dgm:pt>
    <dgm:pt modelId="{3929EBC6-1459-471F-87A4-FD9B69722BB7}" type="parTrans" cxnId="{D14A3A3C-3DFE-4D7C-AA07-75AF956DB930}">
      <dgm:prSet/>
      <dgm:spPr/>
      <dgm:t>
        <a:bodyPr/>
        <a:lstStyle/>
        <a:p>
          <a:endParaRPr lang="en-GB"/>
        </a:p>
      </dgm:t>
    </dgm:pt>
    <dgm:pt modelId="{6EBCBFBB-247C-4C46-B8B1-4B890B2E4350}" type="sibTrans" cxnId="{D14A3A3C-3DFE-4D7C-AA07-75AF956DB930}">
      <dgm:prSet/>
      <dgm:spPr/>
      <dgm:t>
        <a:bodyPr/>
        <a:lstStyle/>
        <a:p>
          <a:endParaRPr lang="en-GB"/>
        </a:p>
      </dgm:t>
    </dgm:pt>
    <dgm:pt modelId="{944B2167-33AD-4345-AD8D-0946200EEB18}">
      <dgm:prSet phldrT="[Text]"/>
      <dgm:spPr/>
      <dgm:t>
        <a:bodyPr/>
        <a:lstStyle/>
        <a:p>
          <a:endParaRPr lang="en-GB" dirty="0"/>
        </a:p>
      </dgm:t>
    </dgm:pt>
    <dgm:pt modelId="{A4CF455F-8FB0-4FE7-8AF8-624AE51D3348}" type="parTrans" cxnId="{2F93876D-9D7E-41C2-8C22-266E4E440E60}">
      <dgm:prSet/>
      <dgm:spPr/>
      <dgm:t>
        <a:bodyPr/>
        <a:lstStyle/>
        <a:p>
          <a:endParaRPr lang="en-GB"/>
        </a:p>
      </dgm:t>
    </dgm:pt>
    <dgm:pt modelId="{3331AAF0-1888-4844-9E4A-7F35BF8BCB27}" type="sibTrans" cxnId="{2F93876D-9D7E-41C2-8C22-266E4E440E60}">
      <dgm:prSet/>
      <dgm:spPr/>
      <dgm:t>
        <a:bodyPr/>
        <a:lstStyle/>
        <a:p>
          <a:endParaRPr lang="en-GB"/>
        </a:p>
      </dgm:t>
    </dgm:pt>
    <dgm:pt modelId="{FB9E64BA-50A5-4DBE-9D9C-EEC20FEAA61A}" type="pres">
      <dgm:prSet presAssocID="{1BE460C4-EBE5-4DFE-95F8-D324FF58B823}" presName="Name0" presStyleCnt="0">
        <dgm:presLayoutVars>
          <dgm:resizeHandles/>
        </dgm:presLayoutVars>
      </dgm:prSet>
      <dgm:spPr/>
    </dgm:pt>
    <dgm:pt modelId="{93897D4B-39FC-4AD4-BB6B-A3348CAAE1AC}" type="pres">
      <dgm:prSet presAssocID="{241306AC-4AAC-468E-8F4A-09C0C6FB49F7}" presName="text" presStyleLbl="node1" presStyleIdx="0" presStyleCnt="3">
        <dgm:presLayoutVars>
          <dgm:bulletEnabled val="1"/>
        </dgm:presLayoutVars>
      </dgm:prSet>
      <dgm:spPr/>
    </dgm:pt>
    <dgm:pt modelId="{44BEC22B-BC27-40D6-966A-B3202AB1BA29}" type="pres">
      <dgm:prSet presAssocID="{ABF6D930-F983-442E-8A02-10AAFFE16A6B}" presName="space" presStyleCnt="0"/>
      <dgm:spPr/>
    </dgm:pt>
    <dgm:pt modelId="{33F75C2A-23F9-4AE1-9B74-D5F7BF6CB009}" type="pres">
      <dgm:prSet presAssocID="{944B2167-33AD-4345-AD8D-0946200EEB18}" presName="text" presStyleLbl="node1" presStyleIdx="1" presStyleCnt="3">
        <dgm:presLayoutVars>
          <dgm:bulletEnabled val="1"/>
        </dgm:presLayoutVars>
      </dgm:prSet>
      <dgm:spPr/>
    </dgm:pt>
    <dgm:pt modelId="{739D7A67-B7E3-479A-B702-491FDFCE3DA0}" type="pres">
      <dgm:prSet presAssocID="{3331AAF0-1888-4844-9E4A-7F35BF8BCB27}" presName="space" presStyleCnt="0"/>
      <dgm:spPr/>
    </dgm:pt>
    <dgm:pt modelId="{CA0D0E33-0553-4F38-9934-57C394399D66}" type="pres">
      <dgm:prSet presAssocID="{06BC3C3B-EAA2-4154-821D-AC7F0F7060BB}" presName="text" presStyleLbl="node1" presStyleIdx="2" presStyleCnt="3">
        <dgm:presLayoutVars>
          <dgm:bulletEnabled val="1"/>
        </dgm:presLayoutVars>
      </dgm:prSet>
      <dgm:spPr/>
    </dgm:pt>
  </dgm:ptLst>
  <dgm:cxnLst>
    <dgm:cxn modelId="{DB872B21-B930-479A-AD8D-B01EFAAF13E7}" type="presOf" srcId="{06BC3C3B-EAA2-4154-821D-AC7F0F7060BB}" destId="{CA0D0E33-0553-4F38-9934-57C394399D66}" srcOrd="0" destOrd="0" presId="urn:diagrams.loki3.com/VaryingWidthList"/>
    <dgm:cxn modelId="{29989733-BE89-44EE-B165-C50CB4923CFE}" srcId="{1BE460C4-EBE5-4DFE-95F8-D324FF58B823}" destId="{241306AC-4AAC-468E-8F4A-09C0C6FB49F7}" srcOrd="0" destOrd="0" parTransId="{9F1C1DE1-92DF-4CC0-8534-94F76B55C2FE}" sibTransId="{ABF6D930-F983-442E-8A02-10AAFFE16A6B}"/>
    <dgm:cxn modelId="{D14A3A3C-3DFE-4D7C-AA07-75AF956DB930}" srcId="{1BE460C4-EBE5-4DFE-95F8-D324FF58B823}" destId="{06BC3C3B-EAA2-4154-821D-AC7F0F7060BB}" srcOrd="2" destOrd="0" parTransId="{3929EBC6-1459-471F-87A4-FD9B69722BB7}" sibTransId="{6EBCBFBB-247C-4C46-B8B1-4B890B2E4350}"/>
    <dgm:cxn modelId="{2F93876D-9D7E-41C2-8C22-266E4E440E60}" srcId="{1BE460C4-EBE5-4DFE-95F8-D324FF58B823}" destId="{944B2167-33AD-4345-AD8D-0946200EEB18}" srcOrd="1" destOrd="0" parTransId="{A4CF455F-8FB0-4FE7-8AF8-624AE51D3348}" sibTransId="{3331AAF0-1888-4844-9E4A-7F35BF8BCB27}"/>
    <dgm:cxn modelId="{C8DCEA99-8A43-4DA2-A313-4A556F674270}" type="presOf" srcId="{944B2167-33AD-4345-AD8D-0946200EEB18}" destId="{33F75C2A-23F9-4AE1-9B74-D5F7BF6CB009}" srcOrd="0" destOrd="0" presId="urn:diagrams.loki3.com/VaryingWidthList"/>
    <dgm:cxn modelId="{29C461AD-012A-444A-994F-C2DCA0301726}" type="presOf" srcId="{241306AC-4AAC-468E-8F4A-09C0C6FB49F7}" destId="{93897D4B-39FC-4AD4-BB6B-A3348CAAE1AC}" srcOrd="0" destOrd="0" presId="urn:diagrams.loki3.com/VaryingWidthList"/>
    <dgm:cxn modelId="{943DA6DA-F264-4A2C-9891-69417E45C7C9}" type="presOf" srcId="{1BE460C4-EBE5-4DFE-95F8-D324FF58B823}" destId="{FB9E64BA-50A5-4DBE-9D9C-EEC20FEAA61A}" srcOrd="0" destOrd="0" presId="urn:diagrams.loki3.com/VaryingWidthList"/>
    <dgm:cxn modelId="{71DF5371-0707-4D3C-A738-C573E3254C0A}" type="presParOf" srcId="{FB9E64BA-50A5-4DBE-9D9C-EEC20FEAA61A}" destId="{93897D4B-39FC-4AD4-BB6B-A3348CAAE1AC}" srcOrd="0" destOrd="0" presId="urn:diagrams.loki3.com/VaryingWidthList"/>
    <dgm:cxn modelId="{06B2A176-01B9-47E1-8292-8573E7B7C2A7}" type="presParOf" srcId="{FB9E64BA-50A5-4DBE-9D9C-EEC20FEAA61A}" destId="{44BEC22B-BC27-40D6-966A-B3202AB1BA29}" srcOrd="1" destOrd="0" presId="urn:diagrams.loki3.com/VaryingWidthList"/>
    <dgm:cxn modelId="{10AF06C4-AAF4-4169-8448-2951D5291BB9}" type="presParOf" srcId="{FB9E64BA-50A5-4DBE-9D9C-EEC20FEAA61A}" destId="{33F75C2A-23F9-4AE1-9B74-D5F7BF6CB009}" srcOrd="2" destOrd="0" presId="urn:diagrams.loki3.com/VaryingWidthList"/>
    <dgm:cxn modelId="{8A661781-785C-428A-B75C-2DBD4171A050}" type="presParOf" srcId="{FB9E64BA-50A5-4DBE-9D9C-EEC20FEAA61A}" destId="{739D7A67-B7E3-479A-B702-491FDFCE3DA0}" srcOrd="3" destOrd="0" presId="urn:diagrams.loki3.com/VaryingWidthList"/>
    <dgm:cxn modelId="{F107B56B-68B0-4B77-B3DD-9F6E9263E553}" type="presParOf" srcId="{FB9E64BA-50A5-4DBE-9D9C-EEC20FEAA61A}" destId="{CA0D0E33-0553-4F38-9934-57C394399D66}" srcOrd="4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C15FE51-06CF-40E7-9652-7C1A8E3DC587}" type="doc">
      <dgm:prSet loTypeId="urn:microsoft.com/office/officeart/2005/8/layout/chevron2" loCatId="process" qsTypeId="urn:microsoft.com/office/officeart/2005/8/quickstyle/simple1" qsCatId="simple" csTypeId="urn:microsoft.com/office/officeart/2005/8/colors/colorful5" csCatId="colorful" phldr="1"/>
      <dgm:spPr/>
    </dgm:pt>
    <dgm:pt modelId="{79B9DB04-65FA-425E-A5B1-C4BF58987E0A}">
      <dgm:prSet phldrT="[Text]" custT="1"/>
      <dgm:spPr/>
      <dgm:t>
        <a:bodyPr/>
        <a:lstStyle/>
        <a:p>
          <a:r>
            <a:rPr lang="en-GB" sz="1200" dirty="0"/>
            <a:t>Phas</a:t>
          </a:r>
          <a:r>
            <a:rPr lang="en-GB" sz="1200" b="0" dirty="0"/>
            <a:t>e 1</a:t>
          </a:r>
        </a:p>
      </dgm:t>
    </dgm:pt>
    <dgm:pt modelId="{91E4BA9C-0C2C-47D6-90CE-9EF5EF4113D4}" type="parTrans" cxnId="{E036231B-D2D9-47F2-A5B4-109FA395C9FA}">
      <dgm:prSet/>
      <dgm:spPr/>
      <dgm:t>
        <a:bodyPr/>
        <a:lstStyle/>
        <a:p>
          <a:endParaRPr lang="en-GB"/>
        </a:p>
      </dgm:t>
    </dgm:pt>
    <dgm:pt modelId="{5F9DDBCE-04E7-451D-87F7-9A3150A1B97E}" type="sibTrans" cxnId="{E036231B-D2D9-47F2-A5B4-109FA395C9FA}">
      <dgm:prSet/>
      <dgm:spPr/>
      <dgm:t>
        <a:bodyPr/>
        <a:lstStyle/>
        <a:p>
          <a:endParaRPr lang="en-GB"/>
        </a:p>
      </dgm:t>
    </dgm:pt>
    <dgm:pt modelId="{F1A878FA-8DE0-46BF-8A6F-42D48C9685BC}">
      <dgm:prSet phldrT="[Text]" custT="1"/>
      <dgm:spPr/>
      <dgm:t>
        <a:bodyPr/>
        <a:lstStyle/>
        <a:p>
          <a:r>
            <a:rPr lang="en-GB" sz="1200" dirty="0"/>
            <a:t>Phase</a:t>
          </a:r>
          <a:r>
            <a:rPr lang="en-GB" sz="3800" dirty="0"/>
            <a:t> </a:t>
          </a:r>
          <a:r>
            <a:rPr lang="en-GB" sz="1200" dirty="0"/>
            <a:t>2</a:t>
          </a:r>
        </a:p>
      </dgm:t>
    </dgm:pt>
    <dgm:pt modelId="{182ABF5F-4516-4FA4-8E82-0D840D49E198}" type="parTrans" cxnId="{17A2A813-7809-45C5-9BE0-04F6F466778D}">
      <dgm:prSet/>
      <dgm:spPr/>
      <dgm:t>
        <a:bodyPr/>
        <a:lstStyle/>
        <a:p>
          <a:endParaRPr lang="en-GB"/>
        </a:p>
      </dgm:t>
    </dgm:pt>
    <dgm:pt modelId="{BE4DAE1A-E2EA-4366-8F09-72B6439E671D}" type="sibTrans" cxnId="{17A2A813-7809-45C5-9BE0-04F6F466778D}">
      <dgm:prSet/>
      <dgm:spPr/>
      <dgm:t>
        <a:bodyPr/>
        <a:lstStyle/>
        <a:p>
          <a:endParaRPr lang="en-GB"/>
        </a:p>
      </dgm:t>
    </dgm:pt>
    <dgm:pt modelId="{92AD18B8-E23C-4A15-8B75-1C4D1EFB4CE6}">
      <dgm:prSet phldrT="[Text]" custT="1"/>
      <dgm:spPr/>
      <dgm:t>
        <a:bodyPr/>
        <a:lstStyle/>
        <a:p>
          <a:r>
            <a:rPr lang="en-GB" sz="1200" dirty="0"/>
            <a:t>Phase 3</a:t>
          </a:r>
        </a:p>
      </dgm:t>
    </dgm:pt>
    <dgm:pt modelId="{646BB2D5-52DE-4BAB-AE79-BA1D0B05982C}" type="parTrans" cxnId="{0D91EC1F-B821-46D8-9149-09CCEDE84B94}">
      <dgm:prSet/>
      <dgm:spPr/>
      <dgm:t>
        <a:bodyPr/>
        <a:lstStyle/>
        <a:p>
          <a:endParaRPr lang="en-GB"/>
        </a:p>
      </dgm:t>
    </dgm:pt>
    <dgm:pt modelId="{073FE99B-EC92-4958-990B-E1C116119445}" type="sibTrans" cxnId="{0D91EC1F-B821-46D8-9149-09CCEDE84B94}">
      <dgm:prSet/>
      <dgm:spPr/>
      <dgm:t>
        <a:bodyPr/>
        <a:lstStyle/>
        <a:p>
          <a:endParaRPr lang="en-GB"/>
        </a:p>
      </dgm:t>
    </dgm:pt>
    <dgm:pt modelId="{6BBB463C-54DB-4656-BA1A-A9E3554370F2}">
      <dgm:prSet phldrT="[Text]"/>
      <dgm:spPr/>
      <dgm:t>
        <a:bodyPr/>
        <a:lstStyle/>
        <a:p>
          <a:pPr rtl="0"/>
          <a:r>
            <a:rPr lang="en-GB" b="1" dirty="0"/>
            <a:t>29</a:t>
          </a:r>
          <a:r>
            <a:rPr lang="en-GB" b="1" baseline="30000" dirty="0"/>
            <a:t>th</a:t>
          </a:r>
          <a:r>
            <a:rPr lang="en-GB" b="1" dirty="0"/>
            <a:t> April – 5</a:t>
          </a:r>
          <a:r>
            <a:rPr lang="en-GB" b="1" baseline="30000" dirty="0"/>
            <a:t>th</a:t>
          </a:r>
          <a:r>
            <a:rPr lang="en-GB" b="1" dirty="0"/>
            <a:t> </a:t>
          </a:r>
          <a:r>
            <a:rPr lang="en-GB" b="1" dirty="0">
              <a:latin typeface="Calibri Light" panose="020F0302020204030204"/>
            </a:rPr>
            <a:t>May</a:t>
          </a:r>
          <a:endParaRPr lang="en-GB" b="1" dirty="0"/>
        </a:p>
      </dgm:t>
    </dgm:pt>
    <dgm:pt modelId="{A02A48AF-6BCF-472E-8383-6AA97B32772A}" type="parTrans" cxnId="{887F0F81-CC2E-4D06-8A2C-4733993531DF}">
      <dgm:prSet/>
      <dgm:spPr/>
      <dgm:t>
        <a:bodyPr/>
        <a:lstStyle/>
        <a:p>
          <a:endParaRPr lang="en-GB"/>
        </a:p>
      </dgm:t>
    </dgm:pt>
    <dgm:pt modelId="{9290196B-FB7B-41DB-89D8-C86E76499DA8}" type="sibTrans" cxnId="{887F0F81-CC2E-4D06-8A2C-4733993531DF}">
      <dgm:prSet/>
      <dgm:spPr/>
      <dgm:t>
        <a:bodyPr/>
        <a:lstStyle/>
        <a:p>
          <a:endParaRPr lang="en-GB"/>
        </a:p>
      </dgm:t>
    </dgm:pt>
    <dgm:pt modelId="{ECD629B2-31DC-4BE8-8062-4431938E9266}">
      <dgm:prSet phldrT="[Text]"/>
      <dgm:spPr/>
      <dgm:t>
        <a:bodyPr/>
        <a:lstStyle/>
        <a:p>
          <a:r>
            <a:rPr lang="en-GB" b="1" dirty="0"/>
            <a:t>5</a:t>
          </a:r>
          <a:r>
            <a:rPr lang="en-GB" b="1" baseline="30000" dirty="0"/>
            <a:t>th</a:t>
          </a:r>
          <a:r>
            <a:rPr lang="en-GB" b="1" dirty="0"/>
            <a:t> May – </a:t>
          </a:r>
          <a:r>
            <a:rPr lang="en-GB" b="1" dirty="0">
              <a:latin typeface="Calibri Light" panose="020F0302020204030204"/>
            </a:rPr>
            <a:t>16</a:t>
          </a:r>
          <a:r>
            <a:rPr lang="en-GB" b="1" baseline="30000" dirty="0">
              <a:latin typeface="Calibri Light" panose="020F0302020204030204"/>
            </a:rPr>
            <a:t>th</a:t>
          </a:r>
          <a:r>
            <a:rPr lang="en-GB" b="1" dirty="0">
              <a:latin typeface="Calibri Light" panose="020F0302020204030204"/>
            </a:rPr>
            <a:t> May</a:t>
          </a:r>
          <a:endParaRPr lang="en-GB" b="1" dirty="0"/>
        </a:p>
      </dgm:t>
    </dgm:pt>
    <dgm:pt modelId="{6A942D02-E932-4B43-8DCB-2DE3EB0FE1C9}" type="parTrans" cxnId="{A1B153B9-70CA-43D6-909A-CCF4DCC76BBD}">
      <dgm:prSet/>
      <dgm:spPr/>
      <dgm:t>
        <a:bodyPr/>
        <a:lstStyle/>
        <a:p>
          <a:endParaRPr lang="en-GB"/>
        </a:p>
      </dgm:t>
    </dgm:pt>
    <dgm:pt modelId="{B5D5E6B7-14DE-4C9B-8555-FF8A98089B59}" type="sibTrans" cxnId="{A1B153B9-70CA-43D6-909A-CCF4DCC76BBD}">
      <dgm:prSet/>
      <dgm:spPr/>
      <dgm:t>
        <a:bodyPr/>
        <a:lstStyle/>
        <a:p>
          <a:endParaRPr lang="en-GB"/>
        </a:p>
      </dgm:t>
    </dgm:pt>
    <dgm:pt modelId="{1E5FCCD6-D257-4135-B0DF-11B6DA980F7E}">
      <dgm:prSet phldrT="[Text]"/>
      <dgm:spPr/>
      <dgm:t>
        <a:bodyPr/>
        <a:lstStyle/>
        <a:p>
          <a:r>
            <a:rPr lang="en-GB" b="1" dirty="0"/>
            <a:t>10</a:t>
          </a:r>
          <a:r>
            <a:rPr lang="en-GB" b="1" baseline="30000" dirty="0"/>
            <a:t>th</a:t>
          </a:r>
          <a:r>
            <a:rPr lang="en-GB" b="1" dirty="0"/>
            <a:t> April – 29 April</a:t>
          </a:r>
        </a:p>
      </dgm:t>
    </dgm:pt>
    <dgm:pt modelId="{DE867E70-F843-4C7A-B929-DBBCCBA749D0}" type="parTrans" cxnId="{AF61DF9C-CF95-455D-BBA4-375685E05F8C}">
      <dgm:prSet/>
      <dgm:spPr/>
      <dgm:t>
        <a:bodyPr/>
        <a:lstStyle/>
        <a:p>
          <a:endParaRPr lang="en-GB"/>
        </a:p>
      </dgm:t>
    </dgm:pt>
    <dgm:pt modelId="{CAE0CEF4-53BE-4901-A200-AED048513913}" type="sibTrans" cxnId="{AF61DF9C-CF95-455D-BBA4-375685E05F8C}">
      <dgm:prSet/>
      <dgm:spPr/>
      <dgm:t>
        <a:bodyPr/>
        <a:lstStyle/>
        <a:p>
          <a:endParaRPr lang="en-GB"/>
        </a:p>
      </dgm:t>
    </dgm:pt>
    <dgm:pt modelId="{BE097080-1733-4497-85A5-AA2432B5C165}">
      <dgm:prSet phldrT="[Text]"/>
      <dgm:spPr/>
      <dgm:t>
        <a:bodyPr/>
        <a:lstStyle/>
        <a:p>
          <a:r>
            <a:rPr lang="en-GB" b="1" dirty="0"/>
            <a:t>20</a:t>
          </a:r>
          <a:r>
            <a:rPr lang="en-GB" b="1" baseline="30000" dirty="0"/>
            <a:t>th</a:t>
          </a:r>
          <a:r>
            <a:rPr lang="en-GB" b="1" dirty="0"/>
            <a:t> May – 1</a:t>
          </a:r>
          <a:r>
            <a:rPr lang="en-GB" b="1" baseline="30000" dirty="0"/>
            <a:t>st</a:t>
          </a:r>
          <a:r>
            <a:rPr lang="en-GB" b="1" dirty="0"/>
            <a:t> June</a:t>
          </a:r>
        </a:p>
      </dgm:t>
    </dgm:pt>
    <dgm:pt modelId="{3644AB15-B56B-4C8E-9A05-C10C3B3FDA11}" type="parTrans" cxnId="{28415FD5-A436-4AA3-A393-274AF6FFB6E0}">
      <dgm:prSet/>
      <dgm:spPr/>
      <dgm:t>
        <a:bodyPr/>
        <a:lstStyle/>
        <a:p>
          <a:endParaRPr lang="en-GB"/>
        </a:p>
      </dgm:t>
    </dgm:pt>
    <dgm:pt modelId="{6BCA394E-7A44-4204-A39A-41E280B14EB0}" type="sibTrans" cxnId="{28415FD5-A436-4AA3-A393-274AF6FFB6E0}">
      <dgm:prSet/>
      <dgm:spPr/>
      <dgm:t>
        <a:bodyPr/>
        <a:lstStyle/>
        <a:p>
          <a:endParaRPr lang="en-GB"/>
        </a:p>
      </dgm:t>
    </dgm:pt>
    <dgm:pt modelId="{346F6B3F-AD2D-4B47-8DDC-1AA950F213E1}">
      <dgm:prSet phldrT="[Text]"/>
      <dgm:spPr/>
      <dgm:t>
        <a:bodyPr/>
        <a:lstStyle/>
        <a:p>
          <a:r>
            <a:rPr lang="en-GB" b="1" dirty="0"/>
            <a:t>1</a:t>
          </a:r>
          <a:r>
            <a:rPr lang="en-GB" b="1" baseline="30000" dirty="0"/>
            <a:t>st</a:t>
          </a:r>
          <a:r>
            <a:rPr lang="en-GB" b="1" dirty="0"/>
            <a:t> June– 12</a:t>
          </a:r>
          <a:r>
            <a:rPr lang="en-GB" b="1" baseline="30000" dirty="0"/>
            <a:t>th</a:t>
          </a:r>
          <a:r>
            <a:rPr lang="en-GB" b="1" dirty="0"/>
            <a:t> June</a:t>
          </a:r>
        </a:p>
      </dgm:t>
    </dgm:pt>
    <dgm:pt modelId="{48B4E175-CF18-41D8-8B34-8B2B3C539C51}" type="parTrans" cxnId="{5B29D832-E7BC-446B-AF24-03B5C1DDBF73}">
      <dgm:prSet/>
      <dgm:spPr/>
      <dgm:t>
        <a:bodyPr/>
        <a:lstStyle/>
        <a:p>
          <a:endParaRPr lang="en-GB"/>
        </a:p>
      </dgm:t>
    </dgm:pt>
    <dgm:pt modelId="{4EAC085A-A06C-4192-936F-F38F571C5A4B}" type="sibTrans" cxnId="{5B29D832-E7BC-446B-AF24-03B5C1DDBF73}">
      <dgm:prSet/>
      <dgm:spPr/>
      <dgm:t>
        <a:bodyPr/>
        <a:lstStyle/>
        <a:p>
          <a:endParaRPr lang="en-GB"/>
        </a:p>
      </dgm:t>
    </dgm:pt>
    <dgm:pt modelId="{39475440-C4A8-4FA5-8D00-EFB43D17CDF5}">
      <dgm:prSet phldrT="[Text]"/>
      <dgm:spPr/>
      <dgm:t>
        <a:bodyPr/>
        <a:lstStyle/>
        <a:p>
          <a:pPr rtl="0"/>
          <a:r>
            <a:rPr lang="en-GB" b="1" dirty="0"/>
            <a:t>20</a:t>
          </a:r>
          <a:r>
            <a:rPr lang="en-GB" b="1" baseline="30000" dirty="0"/>
            <a:t>th</a:t>
          </a:r>
          <a:r>
            <a:rPr lang="en-GB" b="1" dirty="0"/>
            <a:t> June –</a:t>
          </a:r>
          <a:r>
            <a:rPr lang="en-GB" b="1" dirty="0">
              <a:latin typeface="Calibri Light" panose="020F0302020204030204"/>
            </a:rPr>
            <a:t> 15</a:t>
          </a:r>
          <a:r>
            <a:rPr lang="en-GB" b="1" dirty="0"/>
            <a:t> July</a:t>
          </a:r>
        </a:p>
      </dgm:t>
    </dgm:pt>
    <dgm:pt modelId="{56C69EA1-3F31-4A6B-84C2-7D9D05FF30E7}" type="parTrans" cxnId="{1115390C-1EDD-4B93-8D3E-73CFEBC60D3C}">
      <dgm:prSet/>
      <dgm:spPr/>
      <dgm:t>
        <a:bodyPr/>
        <a:lstStyle/>
        <a:p>
          <a:endParaRPr lang="en-GB"/>
        </a:p>
      </dgm:t>
    </dgm:pt>
    <dgm:pt modelId="{4DB3D8B6-A680-4D24-AD24-02C5C5C30366}" type="sibTrans" cxnId="{1115390C-1EDD-4B93-8D3E-73CFEBC60D3C}">
      <dgm:prSet/>
      <dgm:spPr/>
      <dgm:t>
        <a:bodyPr/>
        <a:lstStyle/>
        <a:p>
          <a:endParaRPr lang="en-GB"/>
        </a:p>
      </dgm:t>
    </dgm:pt>
    <dgm:pt modelId="{08CC9E16-C489-48EF-8BA3-4F3A7EB02C84}">
      <dgm:prSet phldrT="[Text]"/>
      <dgm:spPr/>
      <dgm:t>
        <a:bodyPr/>
        <a:lstStyle/>
        <a:p>
          <a:r>
            <a:rPr lang="en-GB" dirty="0"/>
            <a:t>Finish experiments or research</a:t>
          </a:r>
        </a:p>
      </dgm:t>
    </dgm:pt>
    <dgm:pt modelId="{93B59FC2-6E63-4BF7-8C1D-AC7ACFA9BF1E}" type="parTrans" cxnId="{67A72D88-E3CE-4740-AA64-758974036301}">
      <dgm:prSet/>
      <dgm:spPr/>
      <dgm:t>
        <a:bodyPr/>
        <a:lstStyle/>
        <a:p>
          <a:endParaRPr lang="en-GB"/>
        </a:p>
      </dgm:t>
    </dgm:pt>
    <dgm:pt modelId="{2DEEE559-B548-401D-8EC8-9FF0F2603BBC}" type="sibTrans" cxnId="{67A72D88-E3CE-4740-AA64-758974036301}">
      <dgm:prSet/>
      <dgm:spPr/>
      <dgm:t>
        <a:bodyPr/>
        <a:lstStyle/>
        <a:p>
          <a:endParaRPr lang="en-GB"/>
        </a:p>
      </dgm:t>
    </dgm:pt>
    <dgm:pt modelId="{ED6183BB-D3F4-4262-AC51-BD6F1C33D059}">
      <dgm:prSet phldrT="[Text]"/>
      <dgm:spPr/>
      <dgm:t>
        <a:bodyPr/>
        <a:lstStyle/>
        <a:p>
          <a:r>
            <a:rPr lang="en-GB" dirty="0"/>
            <a:t>Write remaining chapters</a:t>
          </a:r>
        </a:p>
      </dgm:t>
    </dgm:pt>
    <dgm:pt modelId="{C72BFC43-6ABB-4CFA-A6DE-7BFF14CB675D}" type="parTrans" cxnId="{D800F97A-EBD9-4F24-8FD4-81800A967631}">
      <dgm:prSet/>
      <dgm:spPr/>
      <dgm:t>
        <a:bodyPr/>
        <a:lstStyle/>
        <a:p>
          <a:endParaRPr lang="en-GB"/>
        </a:p>
      </dgm:t>
    </dgm:pt>
    <dgm:pt modelId="{FF0E5916-8B3D-40B9-8565-A4F599F95257}" type="sibTrans" cxnId="{D800F97A-EBD9-4F24-8FD4-81800A967631}">
      <dgm:prSet/>
      <dgm:spPr/>
      <dgm:t>
        <a:bodyPr/>
        <a:lstStyle/>
        <a:p>
          <a:endParaRPr lang="en-GB"/>
        </a:p>
      </dgm:t>
    </dgm:pt>
    <dgm:pt modelId="{90FE8A5C-710D-4E6C-AF11-343EB7546BAC}">
      <dgm:prSet phldrT="[Text]"/>
      <dgm:spPr/>
      <dgm:t>
        <a:bodyPr/>
        <a:lstStyle/>
        <a:p>
          <a:r>
            <a:rPr lang="en-GB" b="1" u="sng" dirty="0"/>
            <a:t>Meet</a:t>
          </a:r>
          <a:r>
            <a:rPr lang="en-GB" dirty="0"/>
            <a:t> to discuss draft chapter structure (methodology or lit. review)</a:t>
          </a:r>
        </a:p>
      </dgm:t>
    </dgm:pt>
    <dgm:pt modelId="{ABFED28B-85F5-43F1-8DF8-722F25BAD576}" type="parTrans" cxnId="{05E7E9BE-A356-440A-B65E-41255B6172BA}">
      <dgm:prSet/>
      <dgm:spPr/>
      <dgm:t>
        <a:bodyPr/>
        <a:lstStyle/>
        <a:p>
          <a:endParaRPr lang="en-GB"/>
        </a:p>
      </dgm:t>
    </dgm:pt>
    <dgm:pt modelId="{01B17CFC-3DAD-4F91-80B6-D8BA8A6E0C6A}" type="sibTrans" cxnId="{05E7E9BE-A356-440A-B65E-41255B6172BA}">
      <dgm:prSet/>
      <dgm:spPr/>
      <dgm:t>
        <a:bodyPr/>
        <a:lstStyle/>
        <a:p>
          <a:endParaRPr lang="en-GB"/>
        </a:p>
      </dgm:t>
    </dgm:pt>
    <dgm:pt modelId="{09883A84-97D7-4A7F-9CD6-EA96CD002284}">
      <dgm:prSet phldrT="[Text]"/>
      <dgm:spPr/>
      <dgm:t>
        <a:bodyPr/>
        <a:lstStyle/>
        <a:p>
          <a:r>
            <a:rPr lang="en-GB" dirty="0"/>
            <a:t>Submit for plagiarism check</a:t>
          </a:r>
        </a:p>
      </dgm:t>
    </dgm:pt>
    <dgm:pt modelId="{20E87657-64E3-4FF0-802A-7FA9794F6566}" type="parTrans" cxnId="{463699F0-FDBD-423C-A41A-9F064E689245}">
      <dgm:prSet/>
      <dgm:spPr/>
      <dgm:t>
        <a:bodyPr/>
        <a:lstStyle/>
        <a:p>
          <a:endParaRPr lang="en-GB"/>
        </a:p>
      </dgm:t>
    </dgm:pt>
    <dgm:pt modelId="{99D0F5CE-0E7B-4B9C-8D24-711B22F59217}" type="sibTrans" cxnId="{463699F0-FDBD-423C-A41A-9F064E689245}">
      <dgm:prSet/>
      <dgm:spPr/>
      <dgm:t>
        <a:bodyPr/>
        <a:lstStyle/>
        <a:p>
          <a:endParaRPr lang="en-GB"/>
        </a:p>
      </dgm:t>
    </dgm:pt>
    <dgm:pt modelId="{C4F26C06-5341-4E3D-9EAB-E4EE23EF2FFA}">
      <dgm:prSet phldrT="[Text]"/>
      <dgm:spPr/>
      <dgm:t>
        <a:bodyPr/>
        <a:lstStyle/>
        <a:p>
          <a:r>
            <a:rPr lang="en-GB" dirty="0"/>
            <a:t>Act on Turnitin report</a:t>
          </a:r>
        </a:p>
      </dgm:t>
    </dgm:pt>
    <dgm:pt modelId="{3DAE2FDA-3A41-4161-B5C6-F5F043D5FDD7}" type="parTrans" cxnId="{6AD509F4-B048-471B-845E-6393B680053B}">
      <dgm:prSet/>
      <dgm:spPr/>
      <dgm:t>
        <a:bodyPr/>
        <a:lstStyle/>
        <a:p>
          <a:endParaRPr lang="en-GB"/>
        </a:p>
      </dgm:t>
    </dgm:pt>
    <dgm:pt modelId="{71323ED9-EE26-4407-91E5-48D11ADC821F}" type="sibTrans" cxnId="{6AD509F4-B048-471B-845E-6393B680053B}">
      <dgm:prSet/>
      <dgm:spPr/>
      <dgm:t>
        <a:bodyPr/>
        <a:lstStyle/>
        <a:p>
          <a:endParaRPr lang="en-GB"/>
        </a:p>
      </dgm:t>
    </dgm:pt>
    <dgm:pt modelId="{0F869119-8974-46B8-A240-CFE9615DAEC4}">
      <dgm:prSet phldrT="[Text]"/>
      <dgm:spPr/>
      <dgm:t>
        <a:bodyPr/>
        <a:lstStyle/>
        <a:p>
          <a:r>
            <a:rPr lang="en-GB" dirty="0"/>
            <a:t>Submit final</a:t>
          </a:r>
        </a:p>
      </dgm:t>
    </dgm:pt>
    <dgm:pt modelId="{B13A219F-FBEA-40A5-8B5D-364DE00C04C9}" type="parTrans" cxnId="{E4613321-73A6-40FA-A63F-669E12BB42FB}">
      <dgm:prSet/>
      <dgm:spPr/>
      <dgm:t>
        <a:bodyPr/>
        <a:lstStyle/>
        <a:p>
          <a:endParaRPr lang="en-GB"/>
        </a:p>
      </dgm:t>
    </dgm:pt>
    <dgm:pt modelId="{68E74E61-4A1E-44FB-9410-22F3524AC458}" type="sibTrans" cxnId="{E4613321-73A6-40FA-A63F-669E12BB42FB}">
      <dgm:prSet/>
      <dgm:spPr/>
      <dgm:t>
        <a:bodyPr/>
        <a:lstStyle/>
        <a:p>
          <a:endParaRPr lang="en-GB"/>
        </a:p>
      </dgm:t>
    </dgm:pt>
    <dgm:pt modelId="{663D499F-E2AC-46F1-A109-1B91367269EC}">
      <dgm:prSet phldrT="[Text]"/>
      <dgm:spPr/>
      <dgm:t>
        <a:bodyPr/>
        <a:lstStyle/>
        <a:p>
          <a:r>
            <a:rPr lang="en-GB" b="1" u="sng" dirty="0"/>
            <a:t>Meet</a:t>
          </a:r>
          <a:r>
            <a:rPr lang="en-GB" dirty="0"/>
            <a:t> to discuss research around chosen area, agree on topic and scope, and set expectations for supervision</a:t>
          </a:r>
        </a:p>
      </dgm:t>
    </dgm:pt>
    <dgm:pt modelId="{84A763A9-2B4F-46E5-BA92-63C888846CFF}" type="parTrans" cxnId="{0C7F55BC-C03F-4DA8-AEE7-D9DB242C9CDD}">
      <dgm:prSet/>
      <dgm:spPr/>
      <dgm:t>
        <a:bodyPr/>
        <a:lstStyle/>
        <a:p>
          <a:endParaRPr lang="en-GB"/>
        </a:p>
      </dgm:t>
    </dgm:pt>
    <dgm:pt modelId="{A94E780E-BC14-4364-BBDD-D5046FD751B6}" type="sibTrans" cxnId="{0C7F55BC-C03F-4DA8-AEE7-D9DB242C9CDD}">
      <dgm:prSet/>
      <dgm:spPr/>
      <dgm:t>
        <a:bodyPr/>
        <a:lstStyle/>
        <a:p>
          <a:endParaRPr lang="en-GB"/>
        </a:p>
      </dgm:t>
    </dgm:pt>
    <dgm:pt modelId="{A8E5F568-E600-4BE6-BEE7-553E2C6C710F}">
      <dgm:prSet phldrT="[Text]"/>
      <dgm:spPr/>
      <dgm:t>
        <a:bodyPr/>
        <a:lstStyle/>
        <a:p>
          <a:r>
            <a:rPr lang="en-GB" b="1" u="sng" dirty="0"/>
            <a:t>Meet</a:t>
          </a:r>
          <a:r>
            <a:rPr lang="en-GB" dirty="0"/>
            <a:t> to agree on aim and objectives</a:t>
          </a:r>
        </a:p>
      </dgm:t>
    </dgm:pt>
    <dgm:pt modelId="{0C7DAED7-0517-4886-B494-F4DE137EC8FF}" type="parTrans" cxnId="{FC76F9F0-59D9-4761-A971-AC0529A812C0}">
      <dgm:prSet/>
      <dgm:spPr/>
      <dgm:t>
        <a:bodyPr/>
        <a:lstStyle/>
        <a:p>
          <a:endParaRPr lang="en-GB"/>
        </a:p>
      </dgm:t>
    </dgm:pt>
    <dgm:pt modelId="{035083D6-EE1E-4F65-8451-4468C9F1EE20}" type="sibTrans" cxnId="{FC76F9F0-59D9-4761-A971-AC0529A812C0}">
      <dgm:prSet/>
      <dgm:spPr/>
      <dgm:t>
        <a:bodyPr/>
        <a:lstStyle/>
        <a:p>
          <a:endParaRPr lang="en-GB"/>
        </a:p>
      </dgm:t>
    </dgm:pt>
    <dgm:pt modelId="{0769DA2D-B70D-4627-843E-D3F21CC10D47}">
      <dgm:prSet phldrT="[Text]"/>
      <dgm:spPr/>
      <dgm:t>
        <a:bodyPr/>
        <a:lstStyle/>
        <a:p>
          <a:r>
            <a:rPr lang="en-GB" b="1" u="sng" dirty="0"/>
            <a:t>Meet</a:t>
          </a:r>
          <a:r>
            <a:rPr lang="en-GB" dirty="0"/>
            <a:t> to discuss related work, methodology choice, and proposal structure</a:t>
          </a:r>
        </a:p>
      </dgm:t>
    </dgm:pt>
    <dgm:pt modelId="{30B4ADD0-2E56-4E59-A914-CFD2E2E8DC8D}" type="parTrans" cxnId="{A3CD8F6C-D46E-4FF2-84A2-8CD1D70BB90B}">
      <dgm:prSet/>
      <dgm:spPr/>
      <dgm:t>
        <a:bodyPr/>
        <a:lstStyle/>
        <a:p>
          <a:endParaRPr lang="en-GB"/>
        </a:p>
      </dgm:t>
    </dgm:pt>
    <dgm:pt modelId="{99F35CED-FD10-4FEF-A6E1-04E8DBF14A78}" type="sibTrans" cxnId="{A3CD8F6C-D46E-4FF2-84A2-8CD1D70BB90B}">
      <dgm:prSet/>
      <dgm:spPr/>
      <dgm:t>
        <a:bodyPr/>
        <a:lstStyle/>
        <a:p>
          <a:endParaRPr lang="en-GB"/>
        </a:p>
      </dgm:t>
    </dgm:pt>
    <dgm:pt modelId="{AAB955A9-2095-4925-BE20-99EB747E7937}">
      <dgm:prSet phldrT="[Text]"/>
      <dgm:spPr/>
      <dgm:t>
        <a:bodyPr/>
        <a:lstStyle/>
        <a:p>
          <a:r>
            <a:rPr lang="en-GB" b="1" u="sng" dirty="0"/>
            <a:t>Meet</a:t>
          </a:r>
          <a:r>
            <a:rPr lang="en-GB" dirty="0"/>
            <a:t> to discuss proposal work so far and to ask/answer questions prior to submission</a:t>
          </a:r>
        </a:p>
      </dgm:t>
    </dgm:pt>
    <dgm:pt modelId="{2A37CCBC-7144-4F0C-B22E-330664F0B67B}" type="parTrans" cxnId="{5ACB076A-31C2-4716-B828-624A307CAE06}">
      <dgm:prSet/>
      <dgm:spPr/>
      <dgm:t>
        <a:bodyPr/>
        <a:lstStyle/>
        <a:p>
          <a:endParaRPr lang="en-GB"/>
        </a:p>
      </dgm:t>
    </dgm:pt>
    <dgm:pt modelId="{4063ED22-4CEB-4633-9C00-378251F8478F}" type="sibTrans" cxnId="{5ACB076A-31C2-4716-B828-624A307CAE06}">
      <dgm:prSet/>
      <dgm:spPr/>
      <dgm:t>
        <a:bodyPr/>
        <a:lstStyle/>
        <a:p>
          <a:endParaRPr lang="en-GB"/>
        </a:p>
      </dgm:t>
    </dgm:pt>
    <dgm:pt modelId="{F976470F-7A09-4402-A52E-1C8604DD4D8F}">
      <dgm:prSet phldrT="[Text]"/>
      <dgm:spPr/>
      <dgm:t>
        <a:bodyPr/>
        <a:lstStyle/>
        <a:p>
          <a:r>
            <a:rPr lang="en-GB" b="1" u="sng" dirty="0"/>
            <a:t>Meet</a:t>
          </a:r>
          <a:r>
            <a:rPr lang="en-GB" dirty="0"/>
            <a:t> to discuss feedback on proposal, changes needed, and research ethics application</a:t>
          </a:r>
        </a:p>
      </dgm:t>
    </dgm:pt>
    <dgm:pt modelId="{F6B2673B-4432-4245-904E-61DBB5083E82}" type="parTrans" cxnId="{EC93DA6C-92FB-4C93-ADAE-6F40861AACF3}">
      <dgm:prSet/>
      <dgm:spPr/>
      <dgm:t>
        <a:bodyPr/>
        <a:lstStyle/>
        <a:p>
          <a:endParaRPr lang="en-GB"/>
        </a:p>
      </dgm:t>
    </dgm:pt>
    <dgm:pt modelId="{9E7CBDF3-4BF9-48E8-8505-49D9F2C5B75F}" type="sibTrans" cxnId="{EC93DA6C-92FB-4C93-ADAE-6F40861AACF3}">
      <dgm:prSet/>
      <dgm:spPr/>
      <dgm:t>
        <a:bodyPr/>
        <a:lstStyle/>
        <a:p>
          <a:endParaRPr lang="en-GB"/>
        </a:p>
      </dgm:t>
    </dgm:pt>
    <dgm:pt modelId="{2B31DB37-83FF-442F-98FF-D24D09EF1A96}">
      <dgm:prSet phldrT="[Text]"/>
      <dgm:spPr/>
      <dgm:t>
        <a:bodyPr/>
        <a:lstStyle/>
        <a:p>
          <a:r>
            <a:rPr lang="en-GB" dirty="0"/>
            <a:t>Work in progress update (experiments or research)</a:t>
          </a:r>
        </a:p>
      </dgm:t>
    </dgm:pt>
    <dgm:pt modelId="{F58362FF-B865-4F29-8569-DDE28C96A310}" type="parTrans" cxnId="{09632BF7-1E13-4BAD-8CDB-091E6B16EAAA}">
      <dgm:prSet/>
      <dgm:spPr/>
      <dgm:t>
        <a:bodyPr/>
        <a:lstStyle/>
        <a:p>
          <a:endParaRPr lang="en-GB"/>
        </a:p>
      </dgm:t>
    </dgm:pt>
    <dgm:pt modelId="{658FC6AA-9EEC-46E3-8D53-CC05BC8B26A9}" type="sibTrans" cxnId="{09632BF7-1E13-4BAD-8CDB-091E6B16EAAA}">
      <dgm:prSet/>
      <dgm:spPr/>
      <dgm:t>
        <a:bodyPr/>
        <a:lstStyle/>
        <a:p>
          <a:endParaRPr lang="en-GB"/>
        </a:p>
      </dgm:t>
    </dgm:pt>
    <dgm:pt modelId="{B8D8F8EE-FE26-4194-BD80-E0C7F60149C5}">
      <dgm:prSet phldrT="[Text]"/>
      <dgm:spPr/>
      <dgm:t>
        <a:bodyPr/>
        <a:lstStyle/>
        <a:p>
          <a:r>
            <a:rPr lang="en-GB" b="1" u="sng" dirty="0"/>
            <a:t>Meet</a:t>
          </a:r>
          <a:r>
            <a:rPr lang="en-GB" dirty="0"/>
            <a:t> to discuss feedback on draft chapter, clarify any changes needed</a:t>
          </a:r>
        </a:p>
      </dgm:t>
    </dgm:pt>
    <dgm:pt modelId="{7818622B-5829-4944-89D0-F6972CD4391C}" type="parTrans" cxnId="{2099586E-8FCD-4086-936F-BFB3A81A3410}">
      <dgm:prSet/>
      <dgm:spPr/>
      <dgm:t>
        <a:bodyPr/>
        <a:lstStyle/>
        <a:p>
          <a:endParaRPr lang="en-GB"/>
        </a:p>
      </dgm:t>
    </dgm:pt>
    <dgm:pt modelId="{591E6841-E1F5-45D9-BDEA-356E58479759}" type="sibTrans" cxnId="{2099586E-8FCD-4086-936F-BFB3A81A3410}">
      <dgm:prSet/>
      <dgm:spPr/>
      <dgm:t>
        <a:bodyPr/>
        <a:lstStyle/>
        <a:p>
          <a:endParaRPr lang="en-GB"/>
        </a:p>
      </dgm:t>
    </dgm:pt>
    <dgm:pt modelId="{9B29A01A-D56A-4E68-9477-5D71906E06ED}">
      <dgm:prSet phldrT="[Text]"/>
      <dgm:spPr/>
      <dgm:t>
        <a:bodyPr/>
        <a:lstStyle/>
        <a:p>
          <a:r>
            <a:rPr lang="en-GB" dirty="0"/>
            <a:t>Agree on minimum requirements for a pass and plan outstanding work</a:t>
          </a:r>
        </a:p>
      </dgm:t>
    </dgm:pt>
    <dgm:pt modelId="{5B90751A-DFB6-4D2C-B601-B22622434F8F}" type="parTrans" cxnId="{9CBF3605-D413-4BBD-B1D0-71AE6959F81E}">
      <dgm:prSet/>
      <dgm:spPr/>
      <dgm:t>
        <a:bodyPr/>
        <a:lstStyle/>
        <a:p>
          <a:endParaRPr lang="en-GB"/>
        </a:p>
      </dgm:t>
    </dgm:pt>
    <dgm:pt modelId="{F1482B61-804E-4F54-9B1C-2C4E0AF56DC3}" type="sibTrans" cxnId="{9CBF3605-D413-4BBD-B1D0-71AE6959F81E}">
      <dgm:prSet/>
      <dgm:spPr/>
      <dgm:t>
        <a:bodyPr/>
        <a:lstStyle/>
        <a:p>
          <a:endParaRPr lang="en-GB"/>
        </a:p>
      </dgm:t>
    </dgm:pt>
    <dgm:pt modelId="{5D86799E-DCDB-43A0-9532-F1379C36B8AC}" type="pres">
      <dgm:prSet presAssocID="{7C15FE51-06CF-40E7-9652-7C1A8E3DC587}" presName="linearFlow" presStyleCnt="0">
        <dgm:presLayoutVars>
          <dgm:dir/>
          <dgm:animLvl val="lvl"/>
          <dgm:resizeHandles val="exact"/>
        </dgm:presLayoutVars>
      </dgm:prSet>
      <dgm:spPr/>
    </dgm:pt>
    <dgm:pt modelId="{B9FD7243-E707-4E27-A269-C19CCC759466}" type="pres">
      <dgm:prSet presAssocID="{79B9DB04-65FA-425E-A5B1-C4BF58987E0A}" presName="composite" presStyleCnt="0"/>
      <dgm:spPr/>
    </dgm:pt>
    <dgm:pt modelId="{6A4971DD-24D1-4AD4-9AFE-EAA03587D123}" type="pres">
      <dgm:prSet presAssocID="{79B9DB04-65FA-425E-A5B1-C4BF58987E0A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47569039-FEE8-486A-A416-33C357675783}" type="pres">
      <dgm:prSet presAssocID="{79B9DB04-65FA-425E-A5B1-C4BF58987E0A}" presName="descendantText" presStyleLbl="alignAcc1" presStyleIdx="0" presStyleCnt="3">
        <dgm:presLayoutVars>
          <dgm:bulletEnabled val="1"/>
        </dgm:presLayoutVars>
      </dgm:prSet>
      <dgm:spPr/>
    </dgm:pt>
    <dgm:pt modelId="{A25B5183-CC84-48CF-A2E5-C9ED6246FECD}" type="pres">
      <dgm:prSet presAssocID="{5F9DDBCE-04E7-451D-87F7-9A3150A1B97E}" presName="sp" presStyleCnt="0"/>
      <dgm:spPr/>
    </dgm:pt>
    <dgm:pt modelId="{7B835FF1-3C03-4A98-91A4-18F3387E5BB7}" type="pres">
      <dgm:prSet presAssocID="{F1A878FA-8DE0-46BF-8A6F-42D48C9685BC}" presName="composite" presStyleCnt="0"/>
      <dgm:spPr/>
    </dgm:pt>
    <dgm:pt modelId="{C9258908-737F-4BAF-A221-40AB5473706A}" type="pres">
      <dgm:prSet presAssocID="{F1A878FA-8DE0-46BF-8A6F-42D48C9685BC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FDAF49B4-B2E6-456E-8BEC-605CE77CD779}" type="pres">
      <dgm:prSet presAssocID="{F1A878FA-8DE0-46BF-8A6F-42D48C9685BC}" presName="descendantText" presStyleLbl="alignAcc1" presStyleIdx="1" presStyleCnt="3">
        <dgm:presLayoutVars>
          <dgm:bulletEnabled val="1"/>
        </dgm:presLayoutVars>
      </dgm:prSet>
      <dgm:spPr/>
    </dgm:pt>
    <dgm:pt modelId="{74688566-F406-4ED3-924A-2725ABB84E75}" type="pres">
      <dgm:prSet presAssocID="{BE4DAE1A-E2EA-4366-8F09-72B6439E671D}" presName="sp" presStyleCnt="0"/>
      <dgm:spPr/>
    </dgm:pt>
    <dgm:pt modelId="{1C353022-E485-4D0A-8859-37C88F8F4398}" type="pres">
      <dgm:prSet presAssocID="{92AD18B8-E23C-4A15-8B75-1C4D1EFB4CE6}" presName="composite" presStyleCnt="0"/>
      <dgm:spPr/>
    </dgm:pt>
    <dgm:pt modelId="{3EB9AB52-5E5E-48E3-933B-9D07975EC68F}" type="pres">
      <dgm:prSet presAssocID="{92AD18B8-E23C-4A15-8B75-1C4D1EFB4CE6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91E6617-B996-4193-9B68-5BE240A2D865}" type="pres">
      <dgm:prSet presAssocID="{92AD18B8-E23C-4A15-8B75-1C4D1EFB4CE6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9CBF3605-D413-4BBD-B1D0-71AE6959F81E}" srcId="{39475440-C4A8-4FA5-8D00-EFB43D17CDF5}" destId="{9B29A01A-D56A-4E68-9477-5D71906E06ED}" srcOrd="1" destOrd="0" parTransId="{5B90751A-DFB6-4D2C-B601-B22622434F8F}" sibTransId="{F1482B61-804E-4F54-9B1C-2C4E0AF56DC3}"/>
    <dgm:cxn modelId="{57218F05-D4BF-4F10-8B53-7F43D581D07E}" type="presOf" srcId="{346F6B3F-AD2D-4B47-8DDC-1AA950F213E1}" destId="{FDAF49B4-B2E6-456E-8BEC-605CE77CD779}" srcOrd="0" destOrd="2" presId="urn:microsoft.com/office/officeart/2005/8/layout/chevron2"/>
    <dgm:cxn modelId="{53C4E109-296C-4500-AB45-9C827006C658}" type="presOf" srcId="{79B9DB04-65FA-425E-A5B1-C4BF58987E0A}" destId="{6A4971DD-24D1-4AD4-9AFE-EAA03587D123}" srcOrd="0" destOrd="0" presId="urn:microsoft.com/office/officeart/2005/8/layout/chevron2"/>
    <dgm:cxn modelId="{8F16160A-5955-4C8B-9973-950686573845}" type="presOf" srcId="{0F869119-8974-46B8-A240-CFE9615DAEC4}" destId="{391E6617-B996-4193-9B68-5BE240A2D865}" srcOrd="0" destOrd="7" presId="urn:microsoft.com/office/officeart/2005/8/layout/chevron2"/>
    <dgm:cxn modelId="{94B9400A-114E-4207-9963-41EA74E5FC29}" type="presOf" srcId="{ED6183BB-D3F4-4262-AC51-BD6F1C33D059}" destId="{391E6617-B996-4193-9B68-5BE240A2D865}" srcOrd="0" destOrd="4" presId="urn:microsoft.com/office/officeart/2005/8/layout/chevron2"/>
    <dgm:cxn modelId="{1115390C-1EDD-4B93-8D3E-73CFEBC60D3C}" srcId="{92AD18B8-E23C-4A15-8B75-1C4D1EFB4CE6}" destId="{39475440-C4A8-4FA5-8D00-EFB43D17CDF5}" srcOrd="0" destOrd="0" parTransId="{56C69EA1-3F31-4A6B-84C2-7D9D05FF30E7}" sibTransId="{4DB3D8B6-A680-4D24-AD24-02C5C5C30366}"/>
    <dgm:cxn modelId="{17A2A813-7809-45C5-9BE0-04F6F466778D}" srcId="{7C15FE51-06CF-40E7-9652-7C1A8E3DC587}" destId="{F1A878FA-8DE0-46BF-8A6F-42D48C9685BC}" srcOrd="1" destOrd="0" parTransId="{182ABF5F-4516-4FA4-8E82-0D840D49E198}" sibTransId="{BE4DAE1A-E2EA-4366-8F09-72B6439E671D}"/>
    <dgm:cxn modelId="{E036231B-D2D9-47F2-A5B4-109FA395C9FA}" srcId="{7C15FE51-06CF-40E7-9652-7C1A8E3DC587}" destId="{79B9DB04-65FA-425E-A5B1-C4BF58987E0A}" srcOrd="0" destOrd="0" parTransId="{91E4BA9C-0C2C-47D6-90CE-9EF5EF4113D4}" sibTransId="{5F9DDBCE-04E7-451D-87F7-9A3150A1B97E}"/>
    <dgm:cxn modelId="{1D1D921F-8700-446D-80F4-9C462A4DCEDA}" type="presOf" srcId="{08CC9E16-C489-48EF-8BA3-4F3A7EB02C84}" destId="{391E6617-B996-4193-9B68-5BE240A2D865}" srcOrd="0" destOrd="3" presId="urn:microsoft.com/office/officeart/2005/8/layout/chevron2"/>
    <dgm:cxn modelId="{0D91EC1F-B821-46D8-9149-09CCEDE84B94}" srcId="{7C15FE51-06CF-40E7-9652-7C1A8E3DC587}" destId="{92AD18B8-E23C-4A15-8B75-1C4D1EFB4CE6}" srcOrd="2" destOrd="0" parTransId="{646BB2D5-52DE-4BAB-AE79-BA1D0B05982C}" sibTransId="{073FE99B-EC92-4958-990B-E1C116119445}"/>
    <dgm:cxn modelId="{E4613321-73A6-40FA-A63F-669E12BB42FB}" srcId="{92AD18B8-E23C-4A15-8B75-1C4D1EFB4CE6}" destId="{0F869119-8974-46B8-A240-CFE9615DAEC4}" srcOrd="5" destOrd="0" parTransId="{B13A219F-FBEA-40A5-8B5D-364DE00C04C9}" sibTransId="{68E74E61-4A1E-44FB-9410-22F3524AC458}"/>
    <dgm:cxn modelId="{4F67AD24-BAF5-4157-AEF0-2AB6DE532F3B}" type="presOf" srcId="{A8E5F568-E600-4BE6-BEE7-553E2C6C710F}" destId="{47569039-FEE8-486A-A416-33C357675783}" srcOrd="0" destOrd="3" presId="urn:microsoft.com/office/officeart/2005/8/layout/chevron2"/>
    <dgm:cxn modelId="{BD412E27-301B-4ECF-9AB0-77CDD9397391}" type="presOf" srcId="{7C15FE51-06CF-40E7-9652-7C1A8E3DC587}" destId="{5D86799E-DCDB-43A0-9532-F1379C36B8AC}" srcOrd="0" destOrd="0" presId="urn:microsoft.com/office/officeart/2005/8/layout/chevron2"/>
    <dgm:cxn modelId="{3590062A-82CD-40E7-B539-6C285706329F}" type="presOf" srcId="{39475440-C4A8-4FA5-8D00-EFB43D17CDF5}" destId="{391E6617-B996-4193-9B68-5BE240A2D865}" srcOrd="0" destOrd="0" presId="urn:microsoft.com/office/officeart/2005/8/layout/chevron2"/>
    <dgm:cxn modelId="{5B29D832-E7BC-446B-AF24-03B5C1DDBF73}" srcId="{F1A878FA-8DE0-46BF-8A6F-42D48C9685BC}" destId="{346F6B3F-AD2D-4B47-8DDC-1AA950F213E1}" srcOrd="1" destOrd="0" parTransId="{48B4E175-CF18-41D8-8B34-8B2B3C539C51}" sibTransId="{4EAC085A-A06C-4192-936F-F38F571C5A4B}"/>
    <dgm:cxn modelId="{9F9F1544-3050-4A79-A43C-3AF732FCFFCA}" type="presOf" srcId="{663D499F-E2AC-46F1-A109-1B91367269EC}" destId="{47569039-FEE8-486A-A416-33C357675783}" srcOrd="0" destOrd="1" presId="urn:microsoft.com/office/officeart/2005/8/layout/chevron2"/>
    <dgm:cxn modelId="{A0C06A66-6ADC-4777-AE6D-6005576BAEA7}" type="presOf" srcId="{F1A878FA-8DE0-46BF-8A6F-42D48C9685BC}" destId="{C9258908-737F-4BAF-A221-40AB5473706A}" srcOrd="0" destOrd="0" presId="urn:microsoft.com/office/officeart/2005/8/layout/chevron2"/>
    <dgm:cxn modelId="{8EA2C347-B89A-48F2-9C6D-1C03DD6060DD}" type="presOf" srcId="{92AD18B8-E23C-4A15-8B75-1C4D1EFB4CE6}" destId="{3EB9AB52-5E5E-48E3-933B-9D07975EC68F}" srcOrd="0" destOrd="0" presId="urn:microsoft.com/office/officeart/2005/8/layout/chevron2"/>
    <dgm:cxn modelId="{5ACB076A-31C2-4716-B828-624A307CAE06}" srcId="{79B9DB04-65FA-425E-A5B1-C4BF58987E0A}" destId="{AAB955A9-2095-4925-BE20-99EB747E7937}" srcOrd="3" destOrd="0" parTransId="{2A37CCBC-7144-4F0C-B22E-330664F0B67B}" sibTransId="{4063ED22-4CEB-4633-9C00-378251F8478F}"/>
    <dgm:cxn modelId="{A3CD8F6C-D46E-4FF2-84A2-8CD1D70BB90B}" srcId="{ECD629B2-31DC-4BE8-8062-4431938E9266}" destId="{0769DA2D-B70D-4627-843E-D3F21CC10D47}" srcOrd="0" destOrd="0" parTransId="{30B4ADD0-2E56-4E59-A914-CFD2E2E8DC8D}" sibTransId="{99F35CED-FD10-4FEF-A6E1-04E8DBF14A78}"/>
    <dgm:cxn modelId="{EC93DA6C-92FB-4C93-ADAE-6F40861AACF3}" srcId="{BE097080-1733-4497-85A5-AA2432B5C165}" destId="{F976470F-7A09-4402-A52E-1C8604DD4D8F}" srcOrd="0" destOrd="0" parTransId="{F6B2673B-4432-4245-904E-61DBB5083E82}" sibTransId="{9E7CBDF3-4BF9-48E8-8505-49D9F2C5B75F}"/>
    <dgm:cxn modelId="{2099586E-8FCD-4086-936F-BFB3A81A3410}" srcId="{39475440-C4A8-4FA5-8D00-EFB43D17CDF5}" destId="{B8D8F8EE-FE26-4194-BD80-E0C7F60149C5}" srcOrd="0" destOrd="0" parTransId="{7818622B-5829-4944-89D0-F6972CD4391C}" sibTransId="{591E6841-E1F5-45D9-BDEA-356E58479759}"/>
    <dgm:cxn modelId="{4079E84E-E614-4CB5-9E94-A2A097B2426B}" type="presOf" srcId="{C4F26C06-5341-4E3D-9EAB-E4EE23EF2FFA}" destId="{391E6617-B996-4193-9B68-5BE240A2D865}" srcOrd="0" destOrd="6" presId="urn:microsoft.com/office/officeart/2005/8/layout/chevron2"/>
    <dgm:cxn modelId="{044EA170-AB07-4223-AEDC-5FC759086842}" type="presOf" srcId="{9B29A01A-D56A-4E68-9477-5D71906E06ED}" destId="{391E6617-B996-4193-9B68-5BE240A2D865}" srcOrd="0" destOrd="2" presId="urn:microsoft.com/office/officeart/2005/8/layout/chevron2"/>
    <dgm:cxn modelId="{BF03C657-B411-4F8E-B075-16F53F370BD4}" type="presOf" srcId="{B8D8F8EE-FE26-4194-BD80-E0C7F60149C5}" destId="{391E6617-B996-4193-9B68-5BE240A2D865}" srcOrd="0" destOrd="1" presId="urn:microsoft.com/office/officeart/2005/8/layout/chevron2"/>
    <dgm:cxn modelId="{D800F97A-EBD9-4F24-8FD4-81800A967631}" srcId="{92AD18B8-E23C-4A15-8B75-1C4D1EFB4CE6}" destId="{ED6183BB-D3F4-4262-AC51-BD6F1C33D059}" srcOrd="2" destOrd="0" parTransId="{C72BFC43-6ABB-4CFA-A6DE-7BFF14CB675D}" sibTransId="{FF0E5916-8B3D-40B9-8565-A4F599F95257}"/>
    <dgm:cxn modelId="{887F0F81-CC2E-4D06-8A2C-4733993531DF}" srcId="{79B9DB04-65FA-425E-A5B1-C4BF58987E0A}" destId="{6BBB463C-54DB-4656-BA1A-A9E3554370F2}" srcOrd="1" destOrd="0" parTransId="{A02A48AF-6BCF-472E-8383-6AA97B32772A}" sibTransId="{9290196B-FB7B-41DB-89D8-C86E76499DA8}"/>
    <dgm:cxn modelId="{032CDC85-9215-43AB-A539-62277CEF81BC}" type="presOf" srcId="{2B31DB37-83FF-442F-98FF-D24D09EF1A96}" destId="{FDAF49B4-B2E6-456E-8BEC-605CE77CD779}" srcOrd="0" destOrd="4" presId="urn:microsoft.com/office/officeart/2005/8/layout/chevron2"/>
    <dgm:cxn modelId="{67A72D88-E3CE-4740-AA64-758974036301}" srcId="{92AD18B8-E23C-4A15-8B75-1C4D1EFB4CE6}" destId="{08CC9E16-C489-48EF-8BA3-4F3A7EB02C84}" srcOrd="1" destOrd="0" parTransId="{93B59FC2-6E63-4BF7-8C1D-AC7ACFA9BF1E}" sibTransId="{2DEEE559-B548-401D-8EC8-9FF0F2603BBC}"/>
    <dgm:cxn modelId="{AF61DF9C-CF95-455D-BBA4-375685E05F8C}" srcId="{79B9DB04-65FA-425E-A5B1-C4BF58987E0A}" destId="{1E5FCCD6-D257-4135-B0DF-11B6DA980F7E}" srcOrd="0" destOrd="0" parTransId="{DE867E70-F843-4C7A-B929-DBBCCBA749D0}" sibTransId="{CAE0CEF4-53BE-4901-A200-AED048513913}"/>
    <dgm:cxn modelId="{D24C549F-91D9-4901-9E4C-3CFD9CBEF255}" type="presOf" srcId="{6BBB463C-54DB-4656-BA1A-A9E3554370F2}" destId="{47569039-FEE8-486A-A416-33C357675783}" srcOrd="0" destOrd="2" presId="urn:microsoft.com/office/officeart/2005/8/layout/chevron2"/>
    <dgm:cxn modelId="{442FAA9F-EFF8-4E43-842E-1BCDFE0115A3}" type="presOf" srcId="{ECD629B2-31DC-4BE8-8062-4431938E9266}" destId="{47569039-FEE8-486A-A416-33C357675783}" srcOrd="0" destOrd="4" presId="urn:microsoft.com/office/officeart/2005/8/layout/chevron2"/>
    <dgm:cxn modelId="{FE85B7AB-1987-4614-A77F-31ED7DA16CC9}" type="presOf" srcId="{BE097080-1733-4497-85A5-AA2432B5C165}" destId="{FDAF49B4-B2E6-456E-8BEC-605CE77CD779}" srcOrd="0" destOrd="0" presId="urn:microsoft.com/office/officeart/2005/8/layout/chevron2"/>
    <dgm:cxn modelId="{E18DD9B7-CAF2-4882-A9E2-509FFE4DE742}" type="presOf" srcId="{09883A84-97D7-4A7F-9CD6-EA96CD002284}" destId="{391E6617-B996-4193-9B68-5BE240A2D865}" srcOrd="0" destOrd="5" presId="urn:microsoft.com/office/officeart/2005/8/layout/chevron2"/>
    <dgm:cxn modelId="{A1B153B9-70CA-43D6-909A-CCF4DCC76BBD}" srcId="{79B9DB04-65FA-425E-A5B1-C4BF58987E0A}" destId="{ECD629B2-31DC-4BE8-8062-4431938E9266}" srcOrd="2" destOrd="0" parTransId="{6A942D02-E932-4B43-8DCB-2DE3EB0FE1C9}" sibTransId="{B5D5E6B7-14DE-4C9B-8555-FF8A98089B59}"/>
    <dgm:cxn modelId="{0C7F55BC-C03F-4DA8-AEE7-D9DB242C9CDD}" srcId="{1E5FCCD6-D257-4135-B0DF-11B6DA980F7E}" destId="{663D499F-E2AC-46F1-A109-1B91367269EC}" srcOrd="0" destOrd="0" parTransId="{84A763A9-2B4F-46E5-BA92-63C888846CFF}" sibTransId="{A94E780E-BC14-4364-BBDD-D5046FD751B6}"/>
    <dgm:cxn modelId="{05E7E9BE-A356-440A-B65E-41255B6172BA}" srcId="{346F6B3F-AD2D-4B47-8DDC-1AA950F213E1}" destId="{90FE8A5C-710D-4E6C-AF11-343EB7546BAC}" srcOrd="0" destOrd="0" parTransId="{ABFED28B-85F5-43F1-8DF8-722F25BAD576}" sibTransId="{01B17CFC-3DAD-4F91-80B6-D8BA8A6E0C6A}"/>
    <dgm:cxn modelId="{28415FD5-A436-4AA3-A393-274AF6FFB6E0}" srcId="{F1A878FA-8DE0-46BF-8A6F-42D48C9685BC}" destId="{BE097080-1733-4497-85A5-AA2432B5C165}" srcOrd="0" destOrd="0" parTransId="{3644AB15-B56B-4C8E-9A05-C10C3B3FDA11}" sibTransId="{6BCA394E-7A44-4204-A39A-41E280B14EB0}"/>
    <dgm:cxn modelId="{131A3CD6-14B0-42B5-8802-F2371A7499B6}" type="presOf" srcId="{F976470F-7A09-4402-A52E-1C8604DD4D8F}" destId="{FDAF49B4-B2E6-456E-8BEC-605CE77CD779}" srcOrd="0" destOrd="1" presId="urn:microsoft.com/office/officeart/2005/8/layout/chevron2"/>
    <dgm:cxn modelId="{6D168ADA-9193-4E86-B5B5-CA38C486C470}" type="presOf" srcId="{0769DA2D-B70D-4627-843E-D3F21CC10D47}" destId="{47569039-FEE8-486A-A416-33C357675783}" srcOrd="0" destOrd="5" presId="urn:microsoft.com/office/officeart/2005/8/layout/chevron2"/>
    <dgm:cxn modelId="{9512FDE3-2574-46FB-AFCE-5EBCEE06F49F}" type="presOf" srcId="{90FE8A5C-710D-4E6C-AF11-343EB7546BAC}" destId="{FDAF49B4-B2E6-456E-8BEC-605CE77CD779}" srcOrd="0" destOrd="3" presId="urn:microsoft.com/office/officeart/2005/8/layout/chevron2"/>
    <dgm:cxn modelId="{6BB8A4E9-2A23-43B9-98E4-E88AC47A6014}" type="presOf" srcId="{1E5FCCD6-D257-4135-B0DF-11B6DA980F7E}" destId="{47569039-FEE8-486A-A416-33C357675783}" srcOrd="0" destOrd="0" presId="urn:microsoft.com/office/officeart/2005/8/layout/chevron2"/>
    <dgm:cxn modelId="{463699F0-FDBD-423C-A41A-9F064E689245}" srcId="{92AD18B8-E23C-4A15-8B75-1C4D1EFB4CE6}" destId="{09883A84-97D7-4A7F-9CD6-EA96CD002284}" srcOrd="3" destOrd="0" parTransId="{20E87657-64E3-4FF0-802A-7FA9794F6566}" sibTransId="{99D0F5CE-0E7B-4B9C-8D24-711B22F59217}"/>
    <dgm:cxn modelId="{FC76F9F0-59D9-4761-A971-AC0529A812C0}" srcId="{6BBB463C-54DB-4656-BA1A-A9E3554370F2}" destId="{A8E5F568-E600-4BE6-BEE7-553E2C6C710F}" srcOrd="0" destOrd="0" parTransId="{0C7DAED7-0517-4886-B494-F4DE137EC8FF}" sibTransId="{035083D6-EE1E-4F65-8451-4468C9F1EE20}"/>
    <dgm:cxn modelId="{6AD509F4-B048-471B-845E-6393B680053B}" srcId="{92AD18B8-E23C-4A15-8B75-1C4D1EFB4CE6}" destId="{C4F26C06-5341-4E3D-9EAB-E4EE23EF2FFA}" srcOrd="4" destOrd="0" parTransId="{3DAE2FDA-3A41-4161-B5C6-F5F043D5FDD7}" sibTransId="{71323ED9-EE26-4407-91E5-48D11ADC821F}"/>
    <dgm:cxn modelId="{09632BF7-1E13-4BAD-8CDB-091E6B16EAAA}" srcId="{346F6B3F-AD2D-4B47-8DDC-1AA950F213E1}" destId="{2B31DB37-83FF-442F-98FF-D24D09EF1A96}" srcOrd="1" destOrd="0" parTransId="{F58362FF-B865-4F29-8569-DDE28C96A310}" sibTransId="{658FC6AA-9EEC-46E3-8D53-CC05BC8B26A9}"/>
    <dgm:cxn modelId="{05CC80F8-653F-4FE4-8B2F-27C64E3F1FFE}" type="presOf" srcId="{AAB955A9-2095-4925-BE20-99EB747E7937}" destId="{47569039-FEE8-486A-A416-33C357675783}" srcOrd="0" destOrd="6" presId="urn:microsoft.com/office/officeart/2005/8/layout/chevron2"/>
    <dgm:cxn modelId="{4C451796-8A8B-436B-98C1-38FD8E96FCC7}" type="presParOf" srcId="{5D86799E-DCDB-43A0-9532-F1379C36B8AC}" destId="{B9FD7243-E707-4E27-A269-C19CCC759466}" srcOrd="0" destOrd="0" presId="urn:microsoft.com/office/officeart/2005/8/layout/chevron2"/>
    <dgm:cxn modelId="{EE502E34-13B2-42F3-AF8C-9151FDAFE5C4}" type="presParOf" srcId="{B9FD7243-E707-4E27-A269-C19CCC759466}" destId="{6A4971DD-24D1-4AD4-9AFE-EAA03587D123}" srcOrd="0" destOrd="0" presId="urn:microsoft.com/office/officeart/2005/8/layout/chevron2"/>
    <dgm:cxn modelId="{8DA5E5B2-FCED-456E-AEA2-C1D1D3C6FEA6}" type="presParOf" srcId="{B9FD7243-E707-4E27-A269-C19CCC759466}" destId="{47569039-FEE8-486A-A416-33C357675783}" srcOrd="1" destOrd="0" presId="urn:microsoft.com/office/officeart/2005/8/layout/chevron2"/>
    <dgm:cxn modelId="{609C91D0-057C-4F50-9563-A3C5A35BFE97}" type="presParOf" srcId="{5D86799E-DCDB-43A0-9532-F1379C36B8AC}" destId="{A25B5183-CC84-48CF-A2E5-C9ED6246FECD}" srcOrd="1" destOrd="0" presId="urn:microsoft.com/office/officeart/2005/8/layout/chevron2"/>
    <dgm:cxn modelId="{0B645F20-7AD6-4879-9234-65A3F98200EB}" type="presParOf" srcId="{5D86799E-DCDB-43A0-9532-F1379C36B8AC}" destId="{7B835FF1-3C03-4A98-91A4-18F3387E5BB7}" srcOrd="2" destOrd="0" presId="urn:microsoft.com/office/officeart/2005/8/layout/chevron2"/>
    <dgm:cxn modelId="{217843F1-79B1-464C-A5B2-CA9D4DDAC4E0}" type="presParOf" srcId="{7B835FF1-3C03-4A98-91A4-18F3387E5BB7}" destId="{C9258908-737F-4BAF-A221-40AB5473706A}" srcOrd="0" destOrd="0" presId="urn:microsoft.com/office/officeart/2005/8/layout/chevron2"/>
    <dgm:cxn modelId="{D5A09D8D-D4F9-48EF-81EF-17FEFE767E3C}" type="presParOf" srcId="{7B835FF1-3C03-4A98-91A4-18F3387E5BB7}" destId="{FDAF49B4-B2E6-456E-8BEC-605CE77CD779}" srcOrd="1" destOrd="0" presId="urn:microsoft.com/office/officeart/2005/8/layout/chevron2"/>
    <dgm:cxn modelId="{F1B5330C-3317-4583-BAFF-1C730C21072D}" type="presParOf" srcId="{5D86799E-DCDB-43A0-9532-F1379C36B8AC}" destId="{74688566-F406-4ED3-924A-2725ABB84E75}" srcOrd="3" destOrd="0" presId="urn:microsoft.com/office/officeart/2005/8/layout/chevron2"/>
    <dgm:cxn modelId="{E268EA43-C32F-48EA-9BD6-CA133E2BD27E}" type="presParOf" srcId="{5D86799E-DCDB-43A0-9532-F1379C36B8AC}" destId="{1C353022-E485-4D0A-8859-37C88F8F4398}" srcOrd="4" destOrd="0" presId="urn:microsoft.com/office/officeart/2005/8/layout/chevron2"/>
    <dgm:cxn modelId="{BE2A2711-B2AE-4B5F-A9AF-3DB63DE75A97}" type="presParOf" srcId="{1C353022-E485-4D0A-8859-37C88F8F4398}" destId="{3EB9AB52-5E5E-48E3-933B-9D07975EC68F}" srcOrd="0" destOrd="0" presId="urn:microsoft.com/office/officeart/2005/8/layout/chevron2"/>
    <dgm:cxn modelId="{F04D28FB-8FCC-4950-9FD0-BAFAC3903E16}" type="presParOf" srcId="{1C353022-E485-4D0A-8859-37C88F8F4398}" destId="{391E6617-B996-4193-9B68-5BE240A2D86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E460C4-EBE5-4DFE-95F8-D324FF58B823}" type="doc">
      <dgm:prSet loTypeId="urn:diagrams.loki3.com/VaryingWidthList" loCatId="list" qsTypeId="urn:microsoft.com/office/officeart/2005/8/quickstyle/simple1" qsCatId="simple" csTypeId="urn:microsoft.com/office/officeart/2005/8/colors/colorful5" csCatId="colorful" phldr="1"/>
      <dgm:spPr/>
    </dgm:pt>
    <dgm:pt modelId="{241306AC-4AAC-468E-8F4A-09C0C6FB49F7}">
      <dgm:prSet phldrT="[Text]"/>
      <dgm:spPr/>
      <dgm:t>
        <a:bodyPr/>
        <a:lstStyle/>
        <a:p>
          <a:r>
            <a:rPr lang="en-GB" dirty="0"/>
            <a:t> </a:t>
          </a:r>
        </a:p>
      </dgm:t>
    </dgm:pt>
    <dgm:pt modelId="{9F1C1DE1-92DF-4CC0-8534-94F76B55C2FE}" type="parTrans" cxnId="{29989733-BE89-44EE-B165-C50CB4923CFE}">
      <dgm:prSet/>
      <dgm:spPr/>
      <dgm:t>
        <a:bodyPr/>
        <a:lstStyle/>
        <a:p>
          <a:endParaRPr lang="en-GB"/>
        </a:p>
      </dgm:t>
    </dgm:pt>
    <dgm:pt modelId="{ABF6D930-F983-442E-8A02-10AAFFE16A6B}" type="sibTrans" cxnId="{29989733-BE89-44EE-B165-C50CB4923CFE}">
      <dgm:prSet/>
      <dgm:spPr/>
      <dgm:t>
        <a:bodyPr/>
        <a:lstStyle/>
        <a:p>
          <a:endParaRPr lang="en-GB"/>
        </a:p>
      </dgm:t>
    </dgm:pt>
    <dgm:pt modelId="{06BC3C3B-EAA2-4154-821D-AC7F0F7060BB}">
      <dgm:prSet phldrT="[Text]"/>
      <dgm:spPr/>
      <dgm:t>
        <a:bodyPr/>
        <a:lstStyle/>
        <a:p>
          <a:endParaRPr lang="en-GB" dirty="0"/>
        </a:p>
      </dgm:t>
    </dgm:pt>
    <dgm:pt modelId="{3929EBC6-1459-471F-87A4-FD9B69722BB7}" type="parTrans" cxnId="{D14A3A3C-3DFE-4D7C-AA07-75AF956DB930}">
      <dgm:prSet/>
      <dgm:spPr/>
      <dgm:t>
        <a:bodyPr/>
        <a:lstStyle/>
        <a:p>
          <a:endParaRPr lang="en-GB"/>
        </a:p>
      </dgm:t>
    </dgm:pt>
    <dgm:pt modelId="{6EBCBFBB-247C-4C46-B8B1-4B890B2E4350}" type="sibTrans" cxnId="{D14A3A3C-3DFE-4D7C-AA07-75AF956DB930}">
      <dgm:prSet/>
      <dgm:spPr/>
      <dgm:t>
        <a:bodyPr/>
        <a:lstStyle/>
        <a:p>
          <a:endParaRPr lang="en-GB"/>
        </a:p>
      </dgm:t>
    </dgm:pt>
    <dgm:pt modelId="{944B2167-33AD-4345-AD8D-0946200EEB18}">
      <dgm:prSet phldrT="[Text]"/>
      <dgm:spPr/>
      <dgm:t>
        <a:bodyPr/>
        <a:lstStyle/>
        <a:p>
          <a:endParaRPr lang="en-GB" dirty="0"/>
        </a:p>
      </dgm:t>
    </dgm:pt>
    <dgm:pt modelId="{A4CF455F-8FB0-4FE7-8AF8-624AE51D3348}" type="parTrans" cxnId="{2F93876D-9D7E-41C2-8C22-266E4E440E60}">
      <dgm:prSet/>
      <dgm:spPr/>
      <dgm:t>
        <a:bodyPr/>
        <a:lstStyle/>
        <a:p>
          <a:endParaRPr lang="en-GB"/>
        </a:p>
      </dgm:t>
    </dgm:pt>
    <dgm:pt modelId="{3331AAF0-1888-4844-9E4A-7F35BF8BCB27}" type="sibTrans" cxnId="{2F93876D-9D7E-41C2-8C22-266E4E440E60}">
      <dgm:prSet/>
      <dgm:spPr/>
      <dgm:t>
        <a:bodyPr/>
        <a:lstStyle/>
        <a:p>
          <a:endParaRPr lang="en-GB"/>
        </a:p>
      </dgm:t>
    </dgm:pt>
    <dgm:pt modelId="{FB9E64BA-50A5-4DBE-9D9C-EEC20FEAA61A}" type="pres">
      <dgm:prSet presAssocID="{1BE460C4-EBE5-4DFE-95F8-D324FF58B823}" presName="Name0" presStyleCnt="0">
        <dgm:presLayoutVars>
          <dgm:resizeHandles/>
        </dgm:presLayoutVars>
      </dgm:prSet>
      <dgm:spPr/>
    </dgm:pt>
    <dgm:pt modelId="{93897D4B-39FC-4AD4-BB6B-A3348CAAE1AC}" type="pres">
      <dgm:prSet presAssocID="{241306AC-4AAC-468E-8F4A-09C0C6FB49F7}" presName="text" presStyleLbl="node1" presStyleIdx="0" presStyleCnt="3">
        <dgm:presLayoutVars>
          <dgm:bulletEnabled val="1"/>
        </dgm:presLayoutVars>
      </dgm:prSet>
      <dgm:spPr/>
    </dgm:pt>
    <dgm:pt modelId="{44BEC22B-BC27-40D6-966A-B3202AB1BA29}" type="pres">
      <dgm:prSet presAssocID="{ABF6D930-F983-442E-8A02-10AAFFE16A6B}" presName="space" presStyleCnt="0"/>
      <dgm:spPr/>
    </dgm:pt>
    <dgm:pt modelId="{33F75C2A-23F9-4AE1-9B74-D5F7BF6CB009}" type="pres">
      <dgm:prSet presAssocID="{944B2167-33AD-4345-AD8D-0946200EEB18}" presName="text" presStyleLbl="node1" presStyleIdx="1" presStyleCnt="3">
        <dgm:presLayoutVars>
          <dgm:bulletEnabled val="1"/>
        </dgm:presLayoutVars>
      </dgm:prSet>
      <dgm:spPr/>
    </dgm:pt>
    <dgm:pt modelId="{739D7A67-B7E3-479A-B702-491FDFCE3DA0}" type="pres">
      <dgm:prSet presAssocID="{3331AAF0-1888-4844-9E4A-7F35BF8BCB27}" presName="space" presStyleCnt="0"/>
      <dgm:spPr/>
    </dgm:pt>
    <dgm:pt modelId="{CA0D0E33-0553-4F38-9934-57C394399D66}" type="pres">
      <dgm:prSet presAssocID="{06BC3C3B-EAA2-4154-821D-AC7F0F7060BB}" presName="text" presStyleLbl="node1" presStyleIdx="2" presStyleCnt="3">
        <dgm:presLayoutVars>
          <dgm:bulletEnabled val="1"/>
        </dgm:presLayoutVars>
      </dgm:prSet>
      <dgm:spPr/>
    </dgm:pt>
  </dgm:ptLst>
  <dgm:cxnLst>
    <dgm:cxn modelId="{DB872B21-B930-479A-AD8D-B01EFAAF13E7}" type="presOf" srcId="{06BC3C3B-EAA2-4154-821D-AC7F0F7060BB}" destId="{CA0D0E33-0553-4F38-9934-57C394399D66}" srcOrd="0" destOrd="0" presId="urn:diagrams.loki3.com/VaryingWidthList"/>
    <dgm:cxn modelId="{29989733-BE89-44EE-B165-C50CB4923CFE}" srcId="{1BE460C4-EBE5-4DFE-95F8-D324FF58B823}" destId="{241306AC-4AAC-468E-8F4A-09C0C6FB49F7}" srcOrd="0" destOrd="0" parTransId="{9F1C1DE1-92DF-4CC0-8534-94F76B55C2FE}" sibTransId="{ABF6D930-F983-442E-8A02-10AAFFE16A6B}"/>
    <dgm:cxn modelId="{D14A3A3C-3DFE-4D7C-AA07-75AF956DB930}" srcId="{1BE460C4-EBE5-4DFE-95F8-D324FF58B823}" destId="{06BC3C3B-EAA2-4154-821D-AC7F0F7060BB}" srcOrd="2" destOrd="0" parTransId="{3929EBC6-1459-471F-87A4-FD9B69722BB7}" sibTransId="{6EBCBFBB-247C-4C46-B8B1-4B890B2E4350}"/>
    <dgm:cxn modelId="{2F93876D-9D7E-41C2-8C22-266E4E440E60}" srcId="{1BE460C4-EBE5-4DFE-95F8-D324FF58B823}" destId="{944B2167-33AD-4345-AD8D-0946200EEB18}" srcOrd="1" destOrd="0" parTransId="{A4CF455F-8FB0-4FE7-8AF8-624AE51D3348}" sibTransId="{3331AAF0-1888-4844-9E4A-7F35BF8BCB27}"/>
    <dgm:cxn modelId="{C8DCEA99-8A43-4DA2-A313-4A556F674270}" type="presOf" srcId="{944B2167-33AD-4345-AD8D-0946200EEB18}" destId="{33F75C2A-23F9-4AE1-9B74-D5F7BF6CB009}" srcOrd="0" destOrd="0" presId="urn:diagrams.loki3.com/VaryingWidthList"/>
    <dgm:cxn modelId="{29C461AD-012A-444A-994F-C2DCA0301726}" type="presOf" srcId="{241306AC-4AAC-468E-8F4A-09C0C6FB49F7}" destId="{93897D4B-39FC-4AD4-BB6B-A3348CAAE1AC}" srcOrd="0" destOrd="0" presId="urn:diagrams.loki3.com/VaryingWidthList"/>
    <dgm:cxn modelId="{943DA6DA-F264-4A2C-9891-69417E45C7C9}" type="presOf" srcId="{1BE460C4-EBE5-4DFE-95F8-D324FF58B823}" destId="{FB9E64BA-50A5-4DBE-9D9C-EEC20FEAA61A}" srcOrd="0" destOrd="0" presId="urn:diagrams.loki3.com/VaryingWidthList"/>
    <dgm:cxn modelId="{71DF5371-0707-4D3C-A738-C573E3254C0A}" type="presParOf" srcId="{FB9E64BA-50A5-4DBE-9D9C-EEC20FEAA61A}" destId="{93897D4B-39FC-4AD4-BB6B-A3348CAAE1AC}" srcOrd="0" destOrd="0" presId="urn:diagrams.loki3.com/VaryingWidthList"/>
    <dgm:cxn modelId="{06B2A176-01B9-47E1-8292-8573E7B7C2A7}" type="presParOf" srcId="{FB9E64BA-50A5-4DBE-9D9C-EEC20FEAA61A}" destId="{44BEC22B-BC27-40D6-966A-B3202AB1BA29}" srcOrd="1" destOrd="0" presId="urn:diagrams.loki3.com/VaryingWidthList"/>
    <dgm:cxn modelId="{10AF06C4-AAF4-4169-8448-2951D5291BB9}" type="presParOf" srcId="{FB9E64BA-50A5-4DBE-9D9C-EEC20FEAA61A}" destId="{33F75C2A-23F9-4AE1-9B74-D5F7BF6CB009}" srcOrd="2" destOrd="0" presId="urn:diagrams.loki3.com/VaryingWidthList"/>
    <dgm:cxn modelId="{8A661781-785C-428A-B75C-2DBD4171A050}" type="presParOf" srcId="{FB9E64BA-50A5-4DBE-9D9C-EEC20FEAA61A}" destId="{739D7A67-B7E3-479A-B702-491FDFCE3DA0}" srcOrd="3" destOrd="0" presId="urn:diagrams.loki3.com/VaryingWidthList"/>
    <dgm:cxn modelId="{F107B56B-68B0-4B77-B3DD-9F6E9263E553}" type="presParOf" srcId="{FB9E64BA-50A5-4DBE-9D9C-EEC20FEAA61A}" destId="{CA0D0E33-0553-4F38-9934-57C394399D66}" srcOrd="4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C15FE51-06CF-40E7-9652-7C1A8E3DC587}" type="doc">
      <dgm:prSet loTypeId="urn:microsoft.com/office/officeart/2005/8/layout/pyramid3" loCatId="pyramid" qsTypeId="urn:microsoft.com/office/officeart/2005/8/quickstyle/simple1" qsCatId="simple" csTypeId="urn:microsoft.com/office/officeart/2005/8/colors/colorful5" csCatId="colorful" phldr="1"/>
      <dgm:spPr/>
    </dgm:pt>
    <dgm:pt modelId="{79B9DB04-65FA-425E-A5B1-C4BF58987E0A}">
      <dgm:prSet phldrT="[Text]" custT="1"/>
      <dgm:spPr/>
      <dgm:t>
        <a:bodyPr/>
        <a:lstStyle/>
        <a:p>
          <a:r>
            <a:rPr lang="en-GB" sz="2800" dirty="0"/>
            <a:t>Phase 1</a:t>
          </a:r>
        </a:p>
      </dgm:t>
    </dgm:pt>
    <dgm:pt modelId="{91E4BA9C-0C2C-47D6-90CE-9EF5EF4113D4}" type="parTrans" cxnId="{E036231B-D2D9-47F2-A5B4-109FA395C9FA}">
      <dgm:prSet/>
      <dgm:spPr/>
      <dgm:t>
        <a:bodyPr/>
        <a:lstStyle/>
        <a:p>
          <a:endParaRPr lang="en-GB"/>
        </a:p>
      </dgm:t>
    </dgm:pt>
    <dgm:pt modelId="{5F9DDBCE-04E7-451D-87F7-9A3150A1B97E}" type="sibTrans" cxnId="{E036231B-D2D9-47F2-A5B4-109FA395C9FA}">
      <dgm:prSet/>
      <dgm:spPr/>
      <dgm:t>
        <a:bodyPr/>
        <a:lstStyle/>
        <a:p>
          <a:endParaRPr lang="en-GB"/>
        </a:p>
      </dgm:t>
    </dgm:pt>
    <dgm:pt modelId="{F1A878FA-8DE0-46BF-8A6F-42D48C9685BC}">
      <dgm:prSet phldrT="[Text]" custT="1"/>
      <dgm:spPr/>
      <dgm:t>
        <a:bodyPr/>
        <a:lstStyle/>
        <a:p>
          <a:r>
            <a:rPr lang="en-GB" sz="2800" dirty="0"/>
            <a:t>Phase</a:t>
          </a:r>
          <a:r>
            <a:rPr lang="en-GB" sz="3800" dirty="0"/>
            <a:t> </a:t>
          </a:r>
          <a:r>
            <a:rPr lang="en-GB" sz="2800" dirty="0"/>
            <a:t>2</a:t>
          </a:r>
        </a:p>
      </dgm:t>
    </dgm:pt>
    <dgm:pt modelId="{182ABF5F-4516-4FA4-8E82-0D840D49E198}" type="parTrans" cxnId="{17A2A813-7809-45C5-9BE0-04F6F466778D}">
      <dgm:prSet/>
      <dgm:spPr/>
      <dgm:t>
        <a:bodyPr/>
        <a:lstStyle/>
        <a:p>
          <a:endParaRPr lang="en-GB"/>
        </a:p>
      </dgm:t>
    </dgm:pt>
    <dgm:pt modelId="{BE4DAE1A-E2EA-4366-8F09-72B6439E671D}" type="sibTrans" cxnId="{17A2A813-7809-45C5-9BE0-04F6F466778D}">
      <dgm:prSet/>
      <dgm:spPr/>
      <dgm:t>
        <a:bodyPr/>
        <a:lstStyle/>
        <a:p>
          <a:endParaRPr lang="en-GB"/>
        </a:p>
      </dgm:t>
    </dgm:pt>
    <dgm:pt modelId="{92AD18B8-E23C-4A15-8B75-1C4D1EFB4CE6}">
      <dgm:prSet phldrT="[Text]" custT="1"/>
      <dgm:spPr/>
      <dgm:t>
        <a:bodyPr/>
        <a:lstStyle/>
        <a:p>
          <a:r>
            <a:rPr lang="en-GB" sz="2800" dirty="0"/>
            <a:t>Phase</a:t>
          </a:r>
          <a:r>
            <a:rPr lang="en-GB" sz="3800" dirty="0"/>
            <a:t> </a:t>
          </a:r>
          <a:r>
            <a:rPr lang="en-GB" sz="2800" dirty="0"/>
            <a:t>3</a:t>
          </a:r>
        </a:p>
      </dgm:t>
    </dgm:pt>
    <dgm:pt modelId="{646BB2D5-52DE-4BAB-AE79-BA1D0B05982C}" type="parTrans" cxnId="{0D91EC1F-B821-46D8-9149-09CCEDE84B94}">
      <dgm:prSet/>
      <dgm:spPr/>
      <dgm:t>
        <a:bodyPr/>
        <a:lstStyle/>
        <a:p>
          <a:endParaRPr lang="en-GB"/>
        </a:p>
      </dgm:t>
    </dgm:pt>
    <dgm:pt modelId="{073FE99B-EC92-4958-990B-E1C116119445}" type="sibTrans" cxnId="{0D91EC1F-B821-46D8-9149-09CCEDE84B94}">
      <dgm:prSet/>
      <dgm:spPr/>
      <dgm:t>
        <a:bodyPr/>
        <a:lstStyle/>
        <a:p>
          <a:endParaRPr lang="en-GB"/>
        </a:p>
      </dgm:t>
    </dgm:pt>
    <dgm:pt modelId="{6BBB463C-54DB-4656-BA1A-A9E3554370F2}">
      <dgm:prSet phldrT="[Text]"/>
      <dgm:spPr/>
      <dgm:t>
        <a:bodyPr/>
        <a:lstStyle/>
        <a:p>
          <a:r>
            <a:rPr lang="en-GB" dirty="0"/>
            <a:t>Define aim and objectives</a:t>
          </a:r>
        </a:p>
      </dgm:t>
    </dgm:pt>
    <dgm:pt modelId="{A02A48AF-6BCF-472E-8383-6AA97B32772A}" type="parTrans" cxnId="{887F0F81-CC2E-4D06-8A2C-4733993531DF}">
      <dgm:prSet/>
      <dgm:spPr/>
      <dgm:t>
        <a:bodyPr/>
        <a:lstStyle/>
        <a:p>
          <a:endParaRPr lang="en-GB"/>
        </a:p>
      </dgm:t>
    </dgm:pt>
    <dgm:pt modelId="{9290196B-FB7B-41DB-89D8-C86E76499DA8}" type="sibTrans" cxnId="{887F0F81-CC2E-4D06-8A2C-4733993531DF}">
      <dgm:prSet/>
      <dgm:spPr/>
      <dgm:t>
        <a:bodyPr/>
        <a:lstStyle/>
        <a:p>
          <a:endParaRPr lang="en-GB"/>
        </a:p>
      </dgm:t>
    </dgm:pt>
    <dgm:pt modelId="{ECD629B2-31DC-4BE8-8062-4431938E9266}">
      <dgm:prSet phldrT="[Text]"/>
      <dgm:spPr/>
      <dgm:t>
        <a:bodyPr/>
        <a:lstStyle/>
        <a:p>
          <a:r>
            <a:rPr lang="en-GB" dirty="0"/>
            <a:t>Discuss methodology</a:t>
          </a:r>
        </a:p>
      </dgm:t>
    </dgm:pt>
    <dgm:pt modelId="{6A942D02-E932-4B43-8DCB-2DE3EB0FE1C9}" type="parTrans" cxnId="{A1B153B9-70CA-43D6-909A-CCF4DCC76BBD}">
      <dgm:prSet/>
      <dgm:spPr/>
      <dgm:t>
        <a:bodyPr/>
        <a:lstStyle/>
        <a:p>
          <a:endParaRPr lang="en-GB"/>
        </a:p>
      </dgm:t>
    </dgm:pt>
    <dgm:pt modelId="{B5D5E6B7-14DE-4C9B-8555-FF8A98089B59}" type="sibTrans" cxnId="{A1B153B9-70CA-43D6-909A-CCF4DCC76BBD}">
      <dgm:prSet/>
      <dgm:spPr/>
      <dgm:t>
        <a:bodyPr/>
        <a:lstStyle/>
        <a:p>
          <a:endParaRPr lang="en-GB"/>
        </a:p>
      </dgm:t>
    </dgm:pt>
    <dgm:pt modelId="{BF17E9EC-C7FC-4DE6-BD68-D9C23CC3CF10}">
      <dgm:prSet phldrT="[Text]"/>
      <dgm:spPr/>
      <dgm:t>
        <a:bodyPr/>
        <a:lstStyle/>
        <a:p>
          <a:r>
            <a:rPr lang="en-GB" dirty="0"/>
            <a:t>Prepare and submit proposal</a:t>
          </a:r>
        </a:p>
      </dgm:t>
    </dgm:pt>
    <dgm:pt modelId="{74CCAAD9-DB9A-46AA-BB46-C9F55A540AC5}" type="parTrans" cxnId="{69187D63-70F7-45C2-B63B-37A9EF13DAA6}">
      <dgm:prSet/>
      <dgm:spPr/>
      <dgm:t>
        <a:bodyPr/>
        <a:lstStyle/>
        <a:p>
          <a:endParaRPr lang="en-GB"/>
        </a:p>
      </dgm:t>
    </dgm:pt>
    <dgm:pt modelId="{F9028C66-0EE0-41F8-B78B-3117C355FCDB}" type="sibTrans" cxnId="{69187D63-70F7-45C2-B63B-37A9EF13DAA6}">
      <dgm:prSet/>
      <dgm:spPr/>
      <dgm:t>
        <a:bodyPr/>
        <a:lstStyle/>
        <a:p>
          <a:endParaRPr lang="en-GB"/>
        </a:p>
      </dgm:t>
    </dgm:pt>
    <dgm:pt modelId="{620AE3FB-1585-4C6A-9B87-D6C399CF59CC}">
      <dgm:prSet phldrT="[Text]"/>
      <dgm:spPr/>
      <dgm:t>
        <a:bodyPr/>
        <a:lstStyle/>
        <a:p>
          <a:r>
            <a:rPr lang="en-GB" dirty="0"/>
            <a:t>Discuss feedback on proposal</a:t>
          </a:r>
        </a:p>
      </dgm:t>
    </dgm:pt>
    <dgm:pt modelId="{7EA9A602-2C58-4D8A-BFF0-CF136F826891}" type="parTrans" cxnId="{158F2779-553B-43DB-A24E-C1FB435065A6}">
      <dgm:prSet/>
      <dgm:spPr/>
      <dgm:t>
        <a:bodyPr/>
        <a:lstStyle/>
        <a:p>
          <a:endParaRPr lang="en-GB"/>
        </a:p>
      </dgm:t>
    </dgm:pt>
    <dgm:pt modelId="{D998DE5F-BDE9-476D-B895-85C491E9EFFB}" type="sibTrans" cxnId="{158F2779-553B-43DB-A24E-C1FB435065A6}">
      <dgm:prSet/>
      <dgm:spPr/>
      <dgm:t>
        <a:bodyPr/>
        <a:lstStyle/>
        <a:p>
          <a:endParaRPr lang="en-GB"/>
        </a:p>
      </dgm:t>
    </dgm:pt>
    <dgm:pt modelId="{1E5FCCD6-D257-4135-B0DF-11B6DA980F7E}">
      <dgm:prSet phldrT="[Text]"/>
      <dgm:spPr/>
      <dgm:t>
        <a:bodyPr/>
        <a:lstStyle/>
        <a:p>
          <a:r>
            <a:rPr lang="en-GB" dirty="0"/>
            <a:t>Discuss research around the topic</a:t>
          </a:r>
        </a:p>
      </dgm:t>
    </dgm:pt>
    <dgm:pt modelId="{DE867E70-F843-4C7A-B929-DBBCCBA749D0}" type="parTrans" cxnId="{AF61DF9C-CF95-455D-BBA4-375685E05F8C}">
      <dgm:prSet/>
      <dgm:spPr/>
      <dgm:t>
        <a:bodyPr/>
        <a:lstStyle/>
        <a:p>
          <a:endParaRPr lang="en-GB"/>
        </a:p>
      </dgm:t>
    </dgm:pt>
    <dgm:pt modelId="{CAE0CEF4-53BE-4901-A200-AED048513913}" type="sibTrans" cxnId="{AF61DF9C-CF95-455D-BBA4-375685E05F8C}">
      <dgm:prSet/>
      <dgm:spPr/>
      <dgm:t>
        <a:bodyPr/>
        <a:lstStyle/>
        <a:p>
          <a:endParaRPr lang="en-GB"/>
        </a:p>
      </dgm:t>
    </dgm:pt>
    <dgm:pt modelId="{BE097080-1733-4497-85A5-AA2432B5C165}">
      <dgm:prSet phldrT="[Text]"/>
      <dgm:spPr/>
      <dgm:t>
        <a:bodyPr/>
        <a:lstStyle/>
        <a:p>
          <a:r>
            <a:rPr lang="en-GB" dirty="0"/>
            <a:t>Act on feedback received</a:t>
          </a:r>
        </a:p>
      </dgm:t>
    </dgm:pt>
    <dgm:pt modelId="{3644AB15-B56B-4C8E-9A05-C10C3B3FDA11}" type="parTrans" cxnId="{28415FD5-A436-4AA3-A393-274AF6FFB6E0}">
      <dgm:prSet/>
      <dgm:spPr/>
      <dgm:t>
        <a:bodyPr/>
        <a:lstStyle/>
        <a:p>
          <a:endParaRPr lang="en-GB"/>
        </a:p>
      </dgm:t>
    </dgm:pt>
    <dgm:pt modelId="{6BCA394E-7A44-4204-A39A-41E280B14EB0}" type="sibTrans" cxnId="{28415FD5-A436-4AA3-A393-274AF6FFB6E0}">
      <dgm:prSet/>
      <dgm:spPr/>
      <dgm:t>
        <a:bodyPr/>
        <a:lstStyle/>
        <a:p>
          <a:endParaRPr lang="en-GB"/>
        </a:p>
      </dgm:t>
    </dgm:pt>
    <dgm:pt modelId="{AD403C08-564C-4F1A-9CA6-90A66C45E445}">
      <dgm:prSet phldrT="[Text]"/>
      <dgm:spPr/>
      <dgm:t>
        <a:bodyPr/>
        <a:lstStyle/>
        <a:p>
          <a:r>
            <a:rPr lang="en-GB" dirty="0"/>
            <a:t>Apply for research ethics</a:t>
          </a:r>
        </a:p>
      </dgm:t>
    </dgm:pt>
    <dgm:pt modelId="{E7947E3A-DA60-42D0-B44B-50C20DA35022}" type="parTrans" cxnId="{317821B4-AB5A-4290-A626-43B253264C1F}">
      <dgm:prSet/>
      <dgm:spPr/>
      <dgm:t>
        <a:bodyPr/>
        <a:lstStyle/>
        <a:p>
          <a:endParaRPr lang="en-GB"/>
        </a:p>
      </dgm:t>
    </dgm:pt>
    <dgm:pt modelId="{2D5BA49C-EB38-42DB-9D9D-FCF5A0456311}" type="sibTrans" cxnId="{317821B4-AB5A-4290-A626-43B253264C1F}">
      <dgm:prSet/>
      <dgm:spPr/>
      <dgm:t>
        <a:bodyPr/>
        <a:lstStyle/>
        <a:p>
          <a:endParaRPr lang="en-GB"/>
        </a:p>
      </dgm:t>
    </dgm:pt>
    <dgm:pt modelId="{346F6B3F-AD2D-4B47-8DDC-1AA950F213E1}">
      <dgm:prSet phldrT="[Text]"/>
      <dgm:spPr/>
      <dgm:t>
        <a:bodyPr/>
        <a:lstStyle/>
        <a:p>
          <a:r>
            <a:rPr lang="en-GB" dirty="0"/>
            <a:t>Start working on proposed project (experiments or research)</a:t>
          </a:r>
        </a:p>
      </dgm:t>
    </dgm:pt>
    <dgm:pt modelId="{48B4E175-CF18-41D8-8B34-8B2B3C539C51}" type="parTrans" cxnId="{5B29D832-E7BC-446B-AF24-03B5C1DDBF73}">
      <dgm:prSet/>
      <dgm:spPr/>
      <dgm:t>
        <a:bodyPr/>
        <a:lstStyle/>
        <a:p>
          <a:endParaRPr lang="en-GB"/>
        </a:p>
      </dgm:t>
    </dgm:pt>
    <dgm:pt modelId="{4EAC085A-A06C-4192-936F-F38F571C5A4B}" type="sibTrans" cxnId="{5B29D832-E7BC-446B-AF24-03B5C1DDBF73}">
      <dgm:prSet/>
      <dgm:spPr/>
      <dgm:t>
        <a:bodyPr/>
        <a:lstStyle/>
        <a:p>
          <a:endParaRPr lang="en-GB"/>
        </a:p>
      </dgm:t>
    </dgm:pt>
    <dgm:pt modelId="{5354DF59-1F52-402C-A292-2AFB6B625CF1}">
      <dgm:prSet phldrT="[Text]"/>
      <dgm:spPr/>
      <dgm:t>
        <a:bodyPr/>
        <a:lstStyle/>
        <a:p>
          <a:r>
            <a:rPr lang="en-GB" dirty="0"/>
            <a:t>Discuss feedback on draft chapter</a:t>
          </a:r>
        </a:p>
      </dgm:t>
    </dgm:pt>
    <dgm:pt modelId="{E163C67D-2589-4EC5-B325-5302C63C1858}" type="parTrans" cxnId="{24B27481-EA2A-4B33-9237-6BC3F442E678}">
      <dgm:prSet/>
      <dgm:spPr/>
      <dgm:t>
        <a:bodyPr/>
        <a:lstStyle/>
        <a:p>
          <a:endParaRPr lang="en-GB"/>
        </a:p>
      </dgm:t>
    </dgm:pt>
    <dgm:pt modelId="{96FB84ED-1B98-447F-8633-071B44FFE6EB}" type="sibTrans" cxnId="{24B27481-EA2A-4B33-9237-6BC3F442E678}">
      <dgm:prSet/>
      <dgm:spPr/>
      <dgm:t>
        <a:bodyPr/>
        <a:lstStyle/>
        <a:p>
          <a:endParaRPr lang="en-GB"/>
        </a:p>
      </dgm:t>
    </dgm:pt>
    <dgm:pt modelId="{39475440-C4A8-4FA5-8D00-EFB43D17CDF5}">
      <dgm:prSet phldrT="[Text]"/>
      <dgm:spPr/>
      <dgm:t>
        <a:bodyPr/>
        <a:lstStyle/>
        <a:p>
          <a:r>
            <a:rPr lang="en-GB" dirty="0"/>
            <a:t>Act on feedback received</a:t>
          </a:r>
        </a:p>
      </dgm:t>
    </dgm:pt>
    <dgm:pt modelId="{56C69EA1-3F31-4A6B-84C2-7D9D05FF30E7}" type="parTrans" cxnId="{1115390C-1EDD-4B93-8D3E-73CFEBC60D3C}">
      <dgm:prSet/>
      <dgm:spPr/>
      <dgm:t>
        <a:bodyPr/>
        <a:lstStyle/>
        <a:p>
          <a:endParaRPr lang="en-GB"/>
        </a:p>
      </dgm:t>
    </dgm:pt>
    <dgm:pt modelId="{4DB3D8B6-A680-4D24-AD24-02C5C5C30366}" type="sibTrans" cxnId="{1115390C-1EDD-4B93-8D3E-73CFEBC60D3C}">
      <dgm:prSet/>
      <dgm:spPr/>
      <dgm:t>
        <a:bodyPr/>
        <a:lstStyle/>
        <a:p>
          <a:endParaRPr lang="en-GB"/>
        </a:p>
      </dgm:t>
    </dgm:pt>
    <dgm:pt modelId="{08CC9E16-C489-48EF-8BA3-4F3A7EB02C84}">
      <dgm:prSet phldrT="[Text]"/>
      <dgm:spPr/>
      <dgm:t>
        <a:bodyPr/>
        <a:lstStyle/>
        <a:p>
          <a:r>
            <a:rPr lang="en-GB" dirty="0"/>
            <a:t>Finish experiments or research</a:t>
          </a:r>
        </a:p>
      </dgm:t>
    </dgm:pt>
    <dgm:pt modelId="{93B59FC2-6E63-4BF7-8C1D-AC7ACFA9BF1E}" type="parTrans" cxnId="{67A72D88-E3CE-4740-AA64-758974036301}">
      <dgm:prSet/>
      <dgm:spPr/>
      <dgm:t>
        <a:bodyPr/>
        <a:lstStyle/>
        <a:p>
          <a:endParaRPr lang="en-GB"/>
        </a:p>
      </dgm:t>
    </dgm:pt>
    <dgm:pt modelId="{2DEEE559-B548-401D-8EC8-9FF0F2603BBC}" type="sibTrans" cxnId="{67A72D88-E3CE-4740-AA64-758974036301}">
      <dgm:prSet/>
      <dgm:spPr/>
      <dgm:t>
        <a:bodyPr/>
        <a:lstStyle/>
        <a:p>
          <a:endParaRPr lang="en-GB"/>
        </a:p>
      </dgm:t>
    </dgm:pt>
    <dgm:pt modelId="{ED6183BB-D3F4-4262-AC51-BD6F1C33D059}">
      <dgm:prSet phldrT="[Text]"/>
      <dgm:spPr/>
      <dgm:t>
        <a:bodyPr/>
        <a:lstStyle/>
        <a:p>
          <a:r>
            <a:rPr lang="en-GB" dirty="0"/>
            <a:t>Write remaining chapters</a:t>
          </a:r>
        </a:p>
      </dgm:t>
    </dgm:pt>
    <dgm:pt modelId="{C72BFC43-6ABB-4CFA-A6DE-7BFF14CB675D}" type="parTrans" cxnId="{D800F97A-EBD9-4F24-8FD4-81800A967631}">
      <dgm:prSet/>
      <dgm:spPr/>
      <dgm:t>
        <a:bodyPr/>
        <a:lstStyle/>
        <a:p>
          <a:endParaRPr lang="en-GB"/>
        </a:p>
      </dgm:t>
    </dgm:pt>
    <dgm:pt modelId="{FF0E5916-8B3D-40B9-8565-A4F599F95257}" type="sibTrans" cxnId="{D800F97A-EBD9-4F24-8FD4-81800A967631}">
      <dgm:prSet/>
      <dgm:spPr/>
      <dgm:t>
        <a:bodyPr/>
        <a:lstStyle/>
        <a:p>
          <a:endParaRPr lang="en-GB"/>
        </a:p>
      </dgm:t>
    </dgm:pt>
    <dgm:pt modelId="{90FE8A5C-710D-4E6C-AF11-343EB7546BAC}">
      <dgm:prSet phldrT="[Text]"/>
      <dgm:spPr/>
      <dgm:t>
        <a:bodyPr/>
        <a:lstStyle/>
        <a:p>
          <a:r>
            <a:rPr lang="en-GB" dirty="0"/>
            <a:t>Prepare and submit a draft chapter (methodology or lit. review)</a:t>
          </a:r>
        </a:p>
      </dgm:t>
    </dgm:pt>
    <dgm:pt modelId="{ABFED28B-85F5-43F1-8DF8-722F25BAD576}" type="parTrans" cxnId="{05E7E9BE-A356-440A-B65E-41255B6172BA}">
      <dgm:prSet/>
      <dgm:spPr/>
      <dgm:t>
        <a:bodyPr/>
        <a:lstStyle/>
        <a:p>
          <a:endParaRPr lang="en-GB"/>
        </a:p>
      </dgm:t>
    </dgm:pt>
    <dgm:pt modelId="{01B17CFC-3DAD-4F91-80B6-D8BA8A6E0C6A}" type="sibTrans" cxnId="{05E7E9BE-A356-440A-B65E-41255B6172BA}">
      <dgm:prSet/>
      <dgm:spPr/>
      <dgm:t>
        <a:bodyPr/>
        <a:lstStyle/>
        <a:p>
          <a:endParaRPr lang="en-GB"/>
        </a:p>
      </dgm:t>
    </dgm:pt>
    <dgm:pt modelId="{09883A84-97D7-4A7F-9CD6-EA96CD002284}">
      <dgm:prSet phldrT="[Text]"/>
      <dgm:spPr/>
      <dgm:t>
        <a:bodyPr/>
        <a:lstStyle/>
        <a:p>
          <a:r>
            <a:rPr lang="en-GB" dirty="0"/>
            <a:t>Submit for plagiarism check</a:t>
          </a:r>
        </a:p>
      </dgm:t>
    </dgm:pt>
    <dgm:pt modelId="{20E87657-64E3-4FF0-802A-7FA9794F6566}" type="parTrans" cxnId="{463699F0-FDBD-423C-A41A-9F064E689245}">
      <dgm:prSet/>
      <dgm:spPr/>
      <dgm:t>
        <a:bodyPr/>
        <a:lstStyle/>
        <a:p>
          <a:endParaRPr lang="en-GB"/>
        </a:p>
      </dgm:t>
    </dgm:pt>
    <dgm:pt modelId="{99D0F5CE-0E7B-4B9C-8D24-711B22F59217}" type="sibTrans" cxnId="{463699F0-FDBD-423C-A41A-9F064E689245}">
      <dgm:prSet/>
      <dgm:spPr/>
      <dgm:t>
        <a:bodyPr/>
        <a:lstStyle/>
        <a:p>
          <a:endParaRPr lang="en-GB"/>
        </a:p>
      </dgm:t>
    </dgm:pt>
    <dgm:pt modelId="{C4F26C06-5341-4E3D-9EAB-E4EE23EF2FFA}">
      <dgm:prSet phldrT="[Text]"/>
      <dgm:spPr/>
      <dgm:t>
        <a:bodyPr/>
        <a:lstStyle/>
        <a:p>
          <a:r>
            <a:rPr lang="en-GB" dirty="0"/>
            <a:t>Act on Turnitin report</a:t>
          </a:r>
        </a:p>
      </dgm:t>
    </dgm:pt>
    <dgm:pt modelId="{3DAE2FDA-3A41-4161-B5C6-F5F043D5FDD7}" type="parTrans" cxnId="{6AD509F4-B048-471B-845E-6393B680053B}">
      <dgm:prSet/>
      <dgm:spPr/>
      <dgm:t>
        <a:bodyPr/>
        <a:lstStyle/>
        <a:p>
          <a:endParaRPr lang="en-GB"/>
        </a:p>
      </dgm:t>
    </dgm:pt>
    <dgm:pt modelId="{71323ED9-EE26-4407-91E5-48D11ADC821F}" type="sibTrans" cxnId="{6AD509F4-B048-471B-845E-6393B680053B}">
      <dgm:prSet/>
      <dgm:spPr/>
      <dgm:t>
        <a:bodyPr/>
        <a:lstStyle/>
        <a:p>
          <a:endParaRPr lang="en-GB"/>
        </a:p>
      </dgm:t>
    </dgm:pt>
    <dgm:pt modelId="{0F869119-8974-46B8-A240-CFE9615DAEC4}">
      <dgm:prSet phldrT="[Text]"/>
      <dgm:spPr/>
      <dgm:t>
        <a:bodyPr/>
        <a:lstStyle/>
        <a:p>
          <a:r>
            <a:rPr lang="en-GB" dirty="0"/>
            <a:t>Submit final</a:t>
          </a:r>
        </a:p>
      </dgm:t>
    </dgm:pt>
    <dgm:pt modelId="{B13A219F-FBEA-40A5-8B5D-364DE00C04C9}" type="parTrans" cxnId="{E4613321-73A6-40FA-A63F-669E12BB42FB}">
      <dgm:prSet/>
      <dgm:spPr/>
      <dgm:t>
        <a:bodyPr/>
        <a:lstStyle/>
        <a:p>
          <a:endParaRPr lang="en-GB"/>
        </a:p>
      </dgm:t>
    </dgm:pt>
    <dgm:pt modelId="{68E74E61-4A1E-44FB-9410-22F3524AC458}" type="sibTrans" cxnId="{E4613321-73A6-40FA-A63F-669E12BB42FB}">
      <dgm:prSet/>
      <dgm:spPr/>
      <dgm:t>
        <a:bodyPr/>
        <a:lstStyle/>
        <a:p>
          <a:endParaRPr lang="en-GB"/>
        </a:p>
      </dgm:t>
    </dgm:pt>
    <dgm:pt modelId="{3D7A99CF-E565-4D23-A134-B0768BC2A47A}" type="pres">
      <dgm:prSet presAssocID="{7C15FE51-06CF-40E7-9652-7C1A8E3DC587}" presName="Name0" presStyleCnt="0">
        <dgm:presLayoutVars>
          <dgm:dir/>
          <dgm:animLvl val="lvl"/>
          <dgm:resizeHandles val="exact"/>
        </dgm:presLayoutVars>
      </dgm:prSet>
      <dgm:spPr/>
    </dgm:pt>
    <dgm:pt modelId="{E7E073E7-DD00-42F3-85CE-348744594378}" type="pres">
      <dgm:prSet presAssocID="{79B9DB04-65FA-425E-A5B1-C4BF58987E0A}" presName="Name8" presStyleCnt="0"/>
      <dgm:spPr/>
    </dgm:pt>
    <dgm:pt modelId="{C5D51CA3-F134-4B11-AC4F-2767B0EEDA17}" type="pres">
      <dgm:prSet presAssocID="{79B9DB04-65FA-425E-A5B1-C4BF58987E0A}" presName="acctBkgd" presStyleLbl="alignAcc1" presStyleIdx="0" presStyleCnt="3"/>
      <dgm:spPr/>
    </dgm:pt>
    <dgm:pt modelId="{2F655798-941B-4654-A3CA-C20D06476659}" type="pres">
      <dgm:prSet presAssocID="{79B9DB04-65FA-425E-A5B1-C4BF58987E0A}" presName="acctTx" presStyleLbl="alignAcc1" presStyleIdx="0" presStyleCnt="3">
        <dgm:presLayoutVars>
          <dgm:bulletEnabled val="1"/>
        </dgm:presLayoutVars>
      </dgm:prSet>
      <dgm:spPr/>
    </dgm:pt>
    <dgm:pt modelId="{EAF5C627-58E6-4B6E-8A59-C7ECEBB03F0D}" type="pres">
      <dgm:prSet presAssocID="{79B9DB04-65FA-425E-A5B1-C4BF58987E0A}" presName="level" presStyleLbl="node1" presStyleIdx="0" presStyleCnt="3">
        <dgm:presLayoutVars>
          <dgm:chMax val="1"/>
          <dgm:bulletEnabled val="1"/>
        </dgm:presLayoutVars>
      </dgm:prSet>
      <dgm:spPr/>
    </dgm:pt>
    <dgm:pt modelId="{F7BCE9FE-A768-4E79-A232-E1FA531217D2}" type="pres">
      <dgm:prSet presAssocID="{79B9DB04-65FA-425E-A5B1-C4BF58987E0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5904623-6B5A-4D32-BC71-E375A971D301}" type="pres">
      <dgm:prSet presAssocID="{F1A878FA-8DE0-46BF-8A6F-42D48C9685BC}" presName="Name8" presStyleCnt="0"/>
      <dgm:spPr/>
    </dgm:pt>
    <dgm:pt modelId="{CD11D2B0-9D57-4981-BCFB-2D916A5425E7}" type="pres">
      <dgm:prSet presAssocID="{F1A878FA-8DE0-46BF-8A6F-42D48C9685BC}" presName="acctBkgd" presStyleLbl="alignAcc1" presStyleIdx="1" presStyleCnt="3"/>
      <dgm:spPr/>
    </dgm:pt>
    <dgm:pt modelId="{FA25D8C3-2874-4658-8875-FF553054436A}" type="pres">
      <dgm:prSet presAssocID="{F1A878FA-8DE0-46BF-8A6F-42D48C9685BC}" presName="acctTx" presStyleLbl="alignAcc1" presStyleIdx="1" presStyleCnt="3">
        <dgm:presLayoutVars>
          <dgm:bulletEnabled val="1"/>
        </dgm:presLayoutVars>
      </dgm:prSet>
      <dgm:spPr/>
    </dgm:pt>
    <dgm:pt modelId="{BEFCD2C9-4D47-44FE-B495-272EB4A073D0}" type="pres">
      <dgm:prSet presAssocID="{F1A878FA-8DE0-46BF-8A6F-42D48C9685BC}" presName="level" presStyleLbl="node1" presStyleIdx="1" presStyleCnt="3">
        <dgm:presLayoutVars>
          <dgm:chMax val="1"/>
          <dgm:bulletEnabled val="1"/>
        </dgm:presLayoutVars>
      </dgm:prSet>
      <dgm:spPr/>
    </dgm:pt>
    <dgm:pt modelId="{2D7E1B0D-A52D-4AA0-91AA-BE1A00DA0C2D}" type="pres">
      <dgm:prSet presAssocID="{F1A878FA-8DE0-46BF-8A6F-42D48C9685B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4DCE015-0A23-4327-8EBF-F1185F07735B}" type="pres">
      <dgm:prSet presAssocID="{92AD18B8-E23C-4A15-8B75-1C4D1EFB4CE6}" presName="Name8" presStyleCnt="0"/>
      <dgm:spPr/>
    </dgm:pt>
    <dgm:pt modelId="{9F0C0812-6C47-4523-AF00-344317917F18}" type="pres">
      <dgm:prSet presAssocID="{92AD18B8-E23C-4A15-8B75-1C4D1EFB4CE6}" presName="acctBkgd" presStyleLbl="alignAcc1" presStyleIdx="2" presStyleCnt="3"/>
      <dgm:spPr/>
    </dgm:pt>
    <dgm:pt modelId="{417DF1A8-2561-422A-A9CE-75861BDCD029}" type="pres">
      <dgm:prSet presAssocID="{92AD18B8-E23C-4A15-8B75-1C4D1EFB4CE6}" presName="acctTx" presStyleLbl="alignAcc1" presStyleIdx="2" presStyleCnt="3">
        <dgm:presLayoutVars>
          <dgm:bulletEnabled val="1"/>
        </dgm:presLayoutVars>
      </dgm:prSet>
      <dgm:spPr/>
    </dgm:pt>
    <dgm:pt modelId="{37B15BB2-5EE2-45E3-BBD0-8125EB31C290}" type="pres">
      <dgm:prSet presAssocID="{92AD18B8-E23C-4A15-8B75-1C4D1EFB4CE6}" presName="level" presStyleLbl="node1" presStyleIdx="2" presStyleCnt="3">
        <dgm:presLayoutVars>
          <dgm:chMax val="1"/>
          <dgm:bulletEnabled val="1"/>
        </dgm:presLayoutVars>
      </dgm:prSet>
      <dgm:spPr/>
    </dgm:pt>
    <dgm:pt modelId="{D80A56B4-29FA-40DE-9E24-4829DAF8F897}" type="pres">
      <dgm:prSet presAssocID="{92AD18B8-E23C-4A15-8B75-1C4D1EFB4CE6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115390C-1EDD-4B93-8D3E-73CFEBC60D3C}" srcId="{92AD18B8-E23C-4A15-8B75-1C4D1EFB4CE6}" destId="{39475440-C4A8-4FA5-8D00-EFB43D17CDF5}" srcOrd="0" destOrd="0" parTransId="{56C69EA1-3F31-4A6B-84C2-7D9D05FF30E7}" sibTransId="{4DB3D8B6-A680-4D24-AD24-02C5C5C30366}"/>
    <dgm:cxn modelId="{17A2A813-7809-45C5-9BE0-04F6F466778D}" srcId="{7C15FE51-06CF-40E7-9652-7C1A8E3DC587}" destId="{F1A878FA-8DE0-46BF-8A6F-42D48C9685BC}" srcOrd="1" destOrd="0" parTransId="{182ABF5F-4516-4FA4-8E82-0D840D49E198}" sibTransId="{BE4DAE1A-E2EA-4366-8F09-72B6439E671D}"/>
    <dgm:cxn modelId="{66D31514-642E-4F9D-B0A7-C80C5A5DE720}" type="presOf" srcId="{39475440-C4A8-4FA5-8D00-EFB43D17CDF5}" destId="{417DF1A8-2561-422A-A9CE-75861BDCD029}" srcOrd="1" destOrd="0" presId="urn:microsoft.com/office/officeart/2005/8/layout/pyramid3"/>
    <dgm:cxn modelId="{E036231B-D2D9-47F2-A5B4-109FA395C9FA}" srcId="{7C15FE51-06CF-40E7-9652-7C1A8E3DC587}" destId="{79B9DB04-65FA-425E-A5B1-C4BF58987E0A}" srcOrd="0" destOrd="0" parTransId="{91E4BA9C-0C2C-47D6-90CE-9EF5EF4113D4}" sibTransId="{5F9DDBCE-04E7-451D-87F7-9A3150A1B97E}"/>
    <dgm:cxn modelId="{2B2F9A1C-4BDA-4666-A707-5AC0F391AAE3}" type="presOf" srcId="{0F869119-8974-46B8-A240-CFE9615DAEC4}" destId="{9F0C0812-6C47-4523-AF00-344317917F18}" srcOrd="0" destOrd="5" presId="urn:microsoft.com/office/officeart/2005/8/layout/pyramid3"/>
    <dgm:cxn modelId="{C863EE1E-2827-4D11-AD3E-E8259DB862C8}" type="presOf" srcId="{90FE8A5C-710D-4E6C-AF11-343EB7546BAC}" destId="{CD11D2B0-9D57-4981-BCFB-2D916A5425E7}" srcOrd="0" destOrd="3" presId="urn:microsoft.com/office/officeart/2005/8/layout/pyramid3"/>
    <dgm:cxn modelId="{0D91EC1F-B821-46D8-9149-09CCEDE84B94}" srcId="{7C15FE51-06CF-40E7-9652-7C1A8E3DC587}" destId="{92AD18B8-E23C-4A15-8B75-1C4D1EFB4CE6}" srcOrd="2" destOrd="0" parTransId="{646BB2D5-52DE-4BAB-AE79-BA1D0B05982C}" sibTransId="{073FE99B-EC92-4958-990B-E1C116119445}"/>
    <dgm:cxn modelId="{ECDF8E20-0ACB-4080-BE72-FCCE29A07A12}" type="presOf" srcId="{08CC9E16-C489-48EF-8BA3-4F3A7EB02C84}" destId="{9F0C0812-6C47-4523-AF00-344317917F18}" srcOrd="0" destOrd="1" presId="urn:microsoft.com/office/officeart/2005/8/layout/pyramid3"/>
    <dgm:cxn modelId="{E4613321-73A6-40FA-A63F-669E12BB42FB}" srcId="{92AD18B8-E23C-4A15-8B75-1C4D1EFB4CE6}" destId="{0F869119-8974-46B8-A240-CFE9615DAEC4}" srcOrd="5" destOrd="0" parTransId="{B13A219F-FBEA-40A5-8B5D-364DE00C04C9}" sibTransId="{68E74E61-4A1E-44FB-9410-22F3524AC458}"/>
    <dgm:cxn modelId="{1ABBD622-93C2-4079-B3E5-19D2A05F1882}" type="presOf" srcId="{620AE3FB-1585-4C6A-9B87-D6C399CF59CC}" destId="{2F655798-941B-4654-A3CA-C20D06476659}" srcOrd="1" destOrd="4" presId="urn:microsoft.com/office/officeart/2005/8/layout/pyramid3"/>
    <dgm:cxn modelId="{27983228-E1F1-4EF6-8EA0-961D8A9EC679}" type="presOf" srcId="{C4F26C06-5341-4E3D-9EAB-E4EE23EF2FFA}" destId="{9F0C0812-6C47-4523-AF00-344317917F18}" srcOrd="0" destOrd="4" presId="urn:microsoft.com/office/officeart/2005/8/layout/pyramid3"/>
    <dgm:cxn modelId="{5B29D832-E7BC-446B-AF24-03B5C1DDBF73}" srcId="{F1A878FA-8DE0-46BF-8A6F-42D48C9685BC}" destId="{346F6B3F-AD2D-4B47-8DDC-1AA950F213E1}" srcOrd="2" destOrd="0" parTransId="{48B4E175-CF18-41D8-8B34-8B2B3C539C51}" sibTransId="{4EAC085A-A06C-4192-936F-F38F571C5A4B}"/>
    <dgm:cxn modelId="{CC62D83C-DD8C-4175-9601-B70DC0C0EB99}" type="presOf" srcId="{ECD629B2-31DC-4BE8-8062-4431938E9266}" destId="{C5D51CA3-F134-4B11-AC4F-2767B0EEDA17}" srcOrd="0" destOrd="2" presId="urn:microsoft.com/office/officeart/2005/8/layout/pyramid3"/>
    <dgm:cxn modelId="{8C3D6E3D-61A9-453F-AFD5-9AE1D7F24F61}" type="presOf" srcId="{6BBB463C-54DB-4656-BA1A-A9E3554370F2}" destId="{C5D51CA3-F134-4B11-AC4F-2767B0EEDA17}" srcOrd="0" destOrd="1" presId="urn:microsoft.com/office/officeart/2005/8/layout/pyramid3"/>
    <dgm:cxn modelId="{82D5105D-745F-47A1-B9E3-BB1C2C85C918}" type="presOf" srcId="{08CC9E16-C489-48EF-8BA3-4F3A7EB02C84}" destId="{417DF1A8-2561-422A-A9CE-75861BDCD029}" srcOrd="1" destOrd="1" presId="urn:microsoft.com/office/officeart/2005/8/layout/pyramid3"/>
    <dgm:cxn modelId="{69187D63-70F7-45C2-B63B-37A9EF13DAA6}" srcId="{79B9DB04-65FA-425E-A5B1-C4BF58987E0A}" destId="{BF17E9EC-C7FC-4DE6-BD68-D9C23CC3CF10}" srcOrd="3" destOrd="0" parTransId="{74CCAAD9-DB9A-46AA-BB46-C9F55A540AC5}" sibTransId="{F9028C66-0EE0-41F8-B78B-3117C355FCDB}"/>
    <dgm:cxn modelId="{2C423C68-7423-45D4-8116-0DFAB839B098}" type="presOf" srcId="{79B9DB04-65FA-425E-A5B1-C4BF58987E0A}" destId="{F7BCE9FE-A768-4E79-A232-E1FA531217D2}" srcOrd="1" destOrd="0" presId="urn:microsoft.com/office/officeart/2005/8/layout/pyramid3"/>
    <dgm:cxn modelId="{F597A64A-C551-4A21-915C-195BFDCEA0C7}" type="presOf" srcId="{0F869119-8974-46B8-A240-CFE9615DAEC4}" destId="{417DF1A8-2561-422A-A9CE-75861BDCD029}" srcOrd="1" destOrd="5" presId="urn:microsoft.com/office/officeart/2005/8/layout/pyramid3"/>
    <dgm:cxn modelId="{784C3A6D-2827-49A0-8B8B-555F53A76347}" type="presOf" srcId="{BE097080-1733-4497-85A5-AA2432B5C165}" destId="{FA25D8C3-2874-4658-8875-FF553054436A}" srcOrd="1" destOrd="0" presId="urn:microsoft.com/office/officeart/2005/8/layout/pyramid3"/>
    <dgm:cxn modelId="{2329B86D-0366-449C-9F1A-E10DC7C26752}" type="presOf" srcId="{346F6B3F-AD2D-4B47-8DDC-1AA950F213E1}" destId="{FA25D8C3-2874-4658-8875-FF553054436A}" srcOrd="1" destOrd="2" presId="urn:microsoft.com/office/officeart/2005/8/layout/pyramid3"/>
    <dgm:cxn modelId="{DD0B2351-D2FF-4EF5-9DB4-390D844C0E8B}" type="presOf" srcId="{7C15FE51-06CF-40E7-9652-7C1A8E3DC587}" destId="{3D7A99CF-E565-4D23-A134-B0768BC2A47A}" srcOrd="0" destOrd="0" presId="urn:microsoft.com/office/officeart/2005/8/layout/pyramid3"/>
    <dgm:cxn modelId="{73D12052-0DB7-4606-8EE7-474C391E7D30}" type="presOf" srcId="{BE097080-1733-4497-85A5-AA2432B5C165}" destId="{CD11D2B0-9D57-4981-BCFB-2D916A5425E7}" srcOrd="0" destOrd="0" presId="urn:microsoft.com/office/officeart/2005/8/layout/pyramid3"/>
    <dgm:cxn modelId="{158F2779-553B-43DB-A24E-C1FB435065A6}" srcId="{79B9DB04-65FA-425E-A5B1-C4BF58987E0A}" destId="{620AE3FB-1585-4C6A-9B87-D6C399CF59CC}" srcOrd="4" destOrd="0" parTransId="{7EA9A602-2C58-4D8A-BFF0-CF136F826891}" sibTransId="{D998DE5F-BDE9-476D-B895-85C491E9EFFB}"/>
    <dgm:cxn modelId="{D800F97A-EBD9-4F24-8FD4-81800A967631}" srcId="{92AD18B8-E23C-4A15-8B75-1C4D1EFB4CE6}" destId="{ED6183BB-D3F4-4262-AC51-BD6F1C33D059}" srcOrd="2" destOrd="0" parTransId="{C72BFC43-6ABB-4CFA-A6DE-7BFF14CB675D}" sibTransId="{FF0E5916-8B3D-40B9-8565-A4F599F95257}"/>
    <dgm:cxn modelId="{887F0F81-CC2E-4D06-8A2C-4733993531DF}" srcId="{79B9DB04-65FA-425E-A5B1-C4BF58987E0A}" destId="{6BBB463C-54DB-4656-BA1A-A9E3554370F2}" srcOrd="1" destOrd="0" parTransId="{A02A48AF-6BCF-472E-8383-6AA97B32772A}" sibTransId="{9290196B-FB7B-41DB-89D8-C86E76499DA8}"/>
    <dgm:cxn modelId="{24B27481-EA2A-4B33-9237-6BC3F442E678}" srcId="{F1A878FA-8DE0-46BF-8A6F-42D48C9685BC}" destId="{5354DF59-1F52-402C-A292-2AFB6B625CF1}" srcOrd="4" destOrd="0" parTransId="{E163C67D-2589-4EC5-B325-5302C63C1858}" sibTransId="{96FB84ED-1B98-447F-8633-071B44FFE6EB}"/>
    <dgm:cxn modelId="{5C4D9086-68AA-4B0D-899F-625C51AFC6B5}" type="presOf" srcId="{346F6B3F-AD2D-4B47-8DDC-1AA950F213E1}" destId="{CD11D2B0-9D57-4981-BCFB-2D916A5425E7}" srcOrd="0" destOrd="2" presId="urn:microsoft.com/office/officeart/2005/8/layout/pyramid3"/>
    <dgm:cxn modelId="{67A72D88-E3CE-4740-AA64-758974036301}" srcId="{92AD18B8-E23C-4A15-8B75-1C4D1EFB4CE6}" destId="{08CC9E16-C489-48EF-8BA3-4F3A7EB02C84}" srcOrd="1" destOrd="0" parTransId="{93B59FC2-6E63-4BF7-8C1D-AC7ACFA9BF1E}" sibTransId="{2DEEE559-B548-401D-8EC8-9FF0F2603BBC}"/>
    <dgm:cxn modelId="{01BDED88-21AC-4C2F-AEFC-11C916781DEE}" type="presOf" srcId="{AD403C08-564C-4F1A-9CA6-90A66C45E445}" destId="{CD11D2B0-9D57-4981-BCFB-2D916A5425E7}" srcOrd="0" destOrd="1" presId="urn:microsoft.com/office/officeart/2005/8/layout/pyramid3"/>
    <dgm:cxn modelId="{6EF52A90-B203-43D9-BE7B-5882CDFF39A5}" type="presOf" srcId="{ECD629B2-31DC-4BE8-8062-4431938E9266}" destId="{2F655798-941B-4654-A3CA-C20D06476659}" srcOrd="1" destOrd="2" presId="urn:microsoft.com/office/officeart/2005/8/layout/pyramid3"/>
    <dgm:cxn modelId="{8DCC6690-DE2D-456A-956F-FA31C082EA3C}" type="presOf" srcId="{5354DF59-1F52-402C-A292-2AFB6B625CF1}" destId="{FA25D8C3-2874-4658-8875-FF553054436A}" srcOrd="1" destOrd="4" presId="urn:microsoft.com/office/officeart/2005/8/layout/pyramid3"/>
    <dgm:cxn modelId="{F5E24192-ADFE-446A-89DC-FB0AD21036BB}" type="presOf" srcId="{AD403C08-564C-4F1A-9CA6-90A66C45E445}" destId="{FA25D8C3-2874-4658-8875-FF553054436A}" srcOrd="1" destOrd="1" presId="urn:microsoft.com/office/officeart/2005/8/layout/pyramid3"/>
    <dgm:cxn modelId="{47A6EC92-082C-4F06-926E-3EE986CFBA90}" type="presOf" srcId="{BF17E9EC-C7FC-4DE6-BD68-D9C23CC3CF10}" destId="{C5D51CA3-F134-4B11-AC4F-2767B0EEDA17}" srcOrd="0" destOrd="3" presId="urn:microsoft.com/office/officeart/2005/8/layout/pyramid3"/>
    <dgm:cxn modelId="{D14DAA96-F288-482F-A768-F0332F473A89}" type="presOf" srcId="{F1A878FA-8DE0-46BF-8A6F-42D48C9685BC}" destId="{BEFCD2C9-4D47-44FE-B495-272EB4A073D0}" srcOrd="0" destOrd="0" presId="urn:microsoft.com/office/officeart/2005/8/layout/pyramid3"/>
    <dgm:cxn modelId="{50E02C9A-0997-4C36-8DB2-1E3059E57737}" type="presOf" srcId="{90FE8A5C-710D-4E6C-AF11-343EB7546BAC}" destId="{FA25D8C3-2874-4658-8875-FF553054436A}" srcOrd="1" destOrd="3" presId="urn:microsoft.com/office/officeart/2005/8/layout/pyramid3"/>
    <dgm:cxn modelId="{F856E19A-E494-4AC8-A9A1-F65585ACB3D0}" type="presOf" srcId="{79B9DB04-65FA-425E-A5B1-C4BF58987E0A}" destId="{EAF5C627-58E6-4B6E-8A59-C7ECEBB03F0D}" srcOrd="0" destOrd="0" presId="urn:microsoft.com/office/officeart/2005/8/layout/pyramid3"/>
    <dgm:cxn modelId="{AF61DF9C-CF95-455D-BBA4-375685E05F8C}" srcId="{79B9DB04-65FA-425E-A5B1-C4BF58987E0A}" destId="{1E5FCCD6-D257-4135-B0DF-11B6DA980F7E}" srcOrd="0" destOrd="0" parTransId="{DE867E70-F843-4C7A-B929-DBBCCBA749D0}" sibTransId="{CAE0CEF4-53BE-4901-A200-AED048513913}"/>
    <dgm:cxn modelId="{94D3099D-61FF-422F-9A74-3BE3D166C55C}" type="presOf" srcId="{1E5FCCD6-D257-4135-B0DF-11B6DA980F7E}" destId="{C5D51CA3-F134-4B11-AC4F-2767B0EEDA17}" srcOrd="0" destOrd="0" presId="urn:microsoft.com/office/officeart/2005/8/layout/pyramid3"/>
    <dgm:cxn modelId="{56162E9E-A096-4181-97C8-CC6D38F46882}" type="presOf" srcId="{BF17E9EC-C7FC-4DE6-BD68-D9C23CC3CF10}" destId="{2F655798-941B-4654-A3CA-C20D06476659}" srcOrd="1" destOrd="3" presId="urn:microsoft.com/office/officeart/2005/8/layout/pyramid3"/>
    <dgm:cxn modelId="{D740DEA0-8CAB-47A6-AA77-9D3139071412}" type="presOf" srcId="{ED6183BB-D3F4-4262-AC51-BD6F1C33D059}" destId="{9F0C0812-6C47-4523-AF00-344317917F18}" srcOrd="0" destOrd="2" presId="urn:microsoft.com/office/officeart/2005/8/layout/pyramid3"/>
    <dgm:cxn modelId="{317821B4-AB5A-4290-A626-43B253264C1F}" srcId="{F1A878FA-8DE0-46BF-8A6F-42D48C9685BC}" destId="{AD403C08-564C-4F1A-9CA6-90A66C45E445}" srcOrd="1" destOrd="0" parTransId="{E7947E3A-DA60-42D0-B44B-50C20DA35022}" sibTransId="{2D5BA49C-EB38-42DB-9D9D-FCF5A0456311}"/>
    <dgm:cxn modelId="{8B6C93B4-B4BB-4443-B54B-6B15845E5571}" type="presOf" srcId="{ED6183BB-D3F4-4262-AC51-BD6F1C33D059}" destId="{417DF1A8-2561-422A-A9CE-75861BDCD029}" srcOrd="1" destOrd="2" presId="urn:microsoft.com/office/officeart/2005/8/layout/pyramid3"/>
    <dgm:cxn modelId="{4959F6B5-A432-4634-B678-7C554ED4F913}" type="presOf" srcId="{F1A878FA-8DE0-46BF-8A6F-42D48C9685BC}" destId="{2D7E1B0D-A52D-4AA0-91AA-BE1A00DA0C2D}" srcOrd="1" destOrd="0" presId="urn:microsoft.com/office/officeart/2005/8/layout/pyramid3"/>
    <dgm:cxn modelId="{71E9F9B5-4CC8-45F5-889A-222BC8E59FFF}" type="presOf" srcId="{620AE3FB-1585-4C6A-9B87-D6C399CF59CC}" destId="{C5D51CA3-F134-4B11-AC4F-2767B0EEDA17}" srcOrd="0" destOrd="4" presId="urn:microsoft.com/office/officeart/2005/8/layout/pyramid3"/>
    <dgm:cxn modelId="{1B9306B6-D235-4BFC-A468-16C2013E9975}" type="presOf" srcId="{09883A84-97D7-4A7F-9CD6-EA96CD002284}" destId="{417DF1A8-2561-422A-A9CE-75861BDCD029}" srcOrd="1" destOrd="3" presId="urn:microsoft.com/office/officeart/2005/8/layout/pyramid3"/>
    <dgm:cxn modelId="{A1B153B9-70CA-43D6-909A-CCF4DCC76BBD}" srcId="{79B9DB04-65FA-425E-A5B1-C4BF58987E0A}" destId="{ECD629B2-31DC-4BE8-8062-4431938E9266}" srcOrd="2" destOrd="0" parTransId="{6A942D02-E932-4B43-8DCB-2DE3EB0FE1C9}" sibTransId="{B5D5E6B7-14DE-4C9B-8555-FF8A98089B59}"/>
    <dgm:cxn modelId="{05E7E9BE-A356-440A-B65E-41255B6172BA}" srcId="{F1A878FA-8DE0-46BF-8A6F-42D48C9685BC}" destId="{90FE8A5C-710D-4E6C-AF11-343EB7546BAC}" srcOrd="3" destOrd="0" parTransId="{ABFED28B-85F5-43F1-8DF8-722F25BAD576}" sibTransId="{01B17CFC-3DAD-4F91-80B6-D8BA8A6E0C6A}"/>
    <dgm:cxn modelId="{248F1CCA-D220-4D15-8CFA-40B4086C0989}" type="presOf" srcId="{6BBB463C-54DB-4656-BA1A-A9E3554370F2}" destId="{2F655798-941B-4654-A3CA-C20D06476659}" srcOrd="1" destOrd="1" presId="urn:microsoft.com/office/officeart/2005/8/layout/pyramid3"/>
    <dgm:cxn modelId="{748050CE-D7CB-455B-B094-C5254FC7614A}" type="presOf" srcId="{1E5FCCD6-D257-4135-B0DF-11B6DA980F7E}" destId="{2F655798-941B-4654-A3CA-C20D06476659}" srcOrd="1" destOrd="0" presId="urn:microsoft.com/office/officeart/2005/8/layout/pyramid3"/>
    <dgm:cxn modelId="{28415FD5-A436-4AA3-A393-274AF6FFB6E0}" srcId="{F1A878FA-8DE0-46BF-8A6F-42D48C9685BC}" destId="{BE097080-1733-4497-85A5-AA2432B5C165}" srcOrd="0" destOrd="0" parTransId="{3644AB15-B56B-4C8E-9A05-C10C3B3FDA11}" sibTransId="{6BCA394E-7A44-4204-A39A-41E280B14EB0}"/>
    <dgm:cxn modelId="{57EF5AD8-2A86-4E80-918C-C3F06414B096}" type="presOf" srcId="{92AD18B8-E23C-4A15-8B75-1C4D1EFB4CE6}" destId="{37B15BB2-5EE2-45E3-BBD0-8125EB31C290}" srcOrd="0" destOrd="0" presId="urn:microsoft.com/office/officeart/2005/8/layout/pyramid3"/>
    <dgm:cxn modelId="{AFEBBFDE-B945-482E-9444-EF5DEC80F632}" type="presOf" srcId="{39475440-C4A8-4FA5-8D00-EFB43D17CDF5}" destId="{9F0C0812-6C47-4523-AF00-344317917F18}" srcOrd="0" destOrd="0" presId="urn:microsoft.com/office/officeart/2005/8/layout/pyramid3"/>
    <dgm:cxn modelId="{58BB06E1-DD02-4854-A6F5-AC8C653690D7}" type="presOf" srcId="{5354DF59-1F52-402C-A292-2AFB6B625CF1}" destId="{CD11D2B0-9D57-4981-BCFB-2D916A5425E7}" srcOrd="0" destOrd="4" presId="urn:microsoft.com/office/officeart/2005/8/layout/pyramid3"/>
    <dgm:cxn modelId="{BFCFADE8-5574-4389-80EA-7D45B304B0F5}" type="presOf" srcId="{C4F26C06-5341-4E3D-9EAB-E4EE23EF2FFA}" destId="{417DF1A8-2561-422A-A9CE-75861BDCD029}" srcOrd="1" destOrd="4" presId="urn:microsoft.com/office/officeart/2005/8/layout/pyramid3"/>
    <dgm:cxn modelId="{463699F0-FDBD-423C-A41A-9F064E689245}" srcId="{92AD18B8-E23C-4A15-8B75-1C4D1EFB4CE6}" destId="{09883A84-97D7-4A7F-9CD6-EA96CD002284}" srcOrd="3" destOrd="0" parTransId="{20E87657-64E3-4FF0-802A-7FA9794F6566}" sibTransId="{99D0F5CE-0E7B-4B9C-8D24-711B22F59217}"/>
    <dgm:cxn modelId="{3A798BF3-40D3-4CF6-9B7E-6F131D991340}" type="presOf" srcId="{09883A84-97D7-4A7F-9CD6-EA96CD002284}" destId="{9F0C0812-6C47-4523-AF00-344317917F18}" srcOrd="0" destOrd="3" presId="urn:microsoft.com/office/officeart/2005/8/layout/pyramid3"/>
    <dgm:cxn modelId="{6AD509F4-B048-471B-845E-6393B680053B}" srcId="{92AD18B8-E23C-4A15-8B75-1C4D1EFB4CE6}" destId="{C4F26C06-5341-4E3D-9EAB-E4EE23EF2FFA}" srcOrd="4" destOrd="0" parTransId="{3DAE2FDA-3A41-4161-B5C6-F5F043D5FDD7}" sibTransId="{71323ED9-EE26-4407-91E5-48D11ADC821F}"/>
    <dgm:cxn modelId="{043798F6-6597-42A7-9BCA-71BDEC4EAE22}" type="presOf" srcId="{92AD18B8-E23C-4A15-8B75-1C4D1EFB4CE6}" destId="{D80A56B4-29FA-40DE-9E24-4829DAF8F897}" srcOrd="1" destOrd="0" presId="urn:microsoft.com/office/officeart/2005/8/layout/pyramid3"/>
    <dgm:cxn modelId="{4E202BFF-E75D-424C-BA52-DC33AA7E60FE}" type="presParOf" srcId="{3D7A99CF-E565-4D23-A134-B0768BC2A47A}" destId="{E7E073E7-DD00-42F3-85CE-348744594378}" srcOrd="0" destOrd="0" presId="urn:microsoft.com/office/officeart/2005/8/layout/pyramid3"/>
    <dgm:cxn modelId="{6EF90C99-C2DC-4C20-969C-108DC376DC54}" type="presParOf" srcId="{E7E073E7-DD00-42F3-85CE-348744594378}" destId="{C5D51CA3-F134-4B11-AC4F-2767B0EEDA17}" srcOrd="0" destOrd="0" presId="urn:microsoft.com/office/officeart/2005/8/layout/pyramid3"/>
    <dgm:cxn modelId="{21BFAC01-F17D-4B31-AEF5-C392D59D0BB7}" type="presParOf" srcId="{E7E073E7-DD00-42F3-85CE-348744594378}" destId="{2F655798-941B-4654-A3CA-C20D06476659}" srcOrd="1" destOrd="0" presId="urn:microsoft.com/office/officeart/2005/8/layout/pyramid3"/>
    <dgm:cxn modelId="{6836599A-3C99-4AEF-B327-C9AD4B952DB1}" type="presParOf" srcId="{E7E073E7-DD00-42F3-85CE-348744594378}" destId="{EAF5C627-58E6-4B6E-8A59-C7ECEBB03F0D}" srcOrd="2" destOrd="0" presId="urn:microsoft.com/office/officeart/2005/8/layout/pyramid3"/>
    <dgm:cxn modelId="{8C7B4D08-9531-4848-B32E-8142FEDF16D0}" type="presParOf" srcId="{E7E073E7-DD00-42F3-85CE-348744594378}" destId="{F7BCE9FE-A768-4E79-A232-E1FA531217D2}" srcOrd="3" destOrd="0" presId="urn:microsoft.com/office/officeart/2005/8/layout/pyramid3"/>
    <dgm:cxn modelId="{26314CE3-BD54-4EBF-8F9E-45C9071CD0CA}" type="presParOf" srcId="{3D7A99CF-E565-4D23-A134-B0768BC2A47A}" destId="{35904623-6B5A-4D32-BC71-E375A971D301}" srcOrd="1" destOrd="0" presId="urn:microsoft.com/office/officeart/2005/8/layout/pyramid3"/>
    <dgm:cxn modelId="{1B26D674-DB87-4BE8-A81C-50C751FAD7E6}" type="presParOf" srcId="{35904623-6B5A-4D32-BC71-E375A971D301}" destId="{CD11D2B0-9D57-4981-BCFB-2D916A5425E7}" srcOrd="0" destOrd="0" presId="urn:microsoft.com/office/officeart/2005/8/layout/pyramid3"/>
    <dgm:cxn modelId="{E0151AA0-3018-4F3F-9459-6D45B385D869}" type="presParOf" srcId="{35904623-6B5A-4D32-BC71-E375A971D301}" destId="{FA25D8C3-2874-4658-8875-FF553054436A}" srcOrd="1" destOrd="0" presId="urn:microsoft.com/office/officeart/2005/8/layout/pyramid3"/>
    <dgm:cxn modelId="{E77B71FC-BF55-4CD8-95C8-5918FD52BBFE}" type="presParOf" srcId="{35904623-6B5A-4D32-BC71-E375A971D301}" destId="{BEFCD2C9-4D47-44FE-B495-272EB4A073D0}" srcOrd="2" destOrd="0" presId="urn:microsoft.com/office/officeart/2005/8/layout/pyramid3"/>
    <dgm:cxn modelId="{D689C952-55A2-41B6-B582-AD816AD8801A}" type="presParOf" srcId="{35904623-6B5A-4D32-BC71-E375A971D301}" destId="{2D7E1B0D-A52D-4AA0-91AA-BE1A00DA0C2D}" srcOrd="3" destOrd="0" presId="urn:microsoft.com/office/officeart/2005/8/layout/pyramid3"/>
    <dgm:cxn modelId="{B309266F-E47E-4EB0-ADB2-E2A1217FBA19}" type="presParOf" srcId="{3D7A99CF-E565-4D23-A134-B0768BC2A47A}" destId="{44DCE015-0A23-4327-8EBF-F1185F07735B}" srcOrd="2" destOrd="0" presId="urn:microsoft.com/office/officeart/2005/8/layout/pyramid3"/>
    <dgm:cxn modelId="{7498245D-9017-48BD-B79E-033199F4B431}" type="presParOf" srcId="{44DCE015-0A23-4327-8EBF-F1185F07735B}" destId="{9F0C0812-6C47-4523-AF00-344317917F18}" srcOrd="0" destOrd="0" presId="urn:microsoft.com/office/officeart/2005/8/layout/pyramid3"/>
    <dgm:cxn modelId="{BC2FD482-29F3-4F39-BD53-2698A4F47FAE}" type="presParOf" srcId="{44DCE015-0A23-4327-8EBF-F1185F07735B}" destId="{417DF1A8-2561-422A-A9CE-75861BDCD029}" srcOrd="1" destOrd="0" presId="urn:microsoft.com/office/officeart/2005/8/layout/pyramid3"/>
    <dgm:cxn modelId="{EF4C5AD5-87AB-48E3-9236-56DD3680BDCF}" type="presParOf" srcId="{44DCE015-0A23-4327-8EBF-F1185F07735B}" destId="{37B15BB2-5EE2-45E3-BBD0-8125EB31C290}" srcOrd="2" destOrd="0" presId="urn:microsoft.com/office/officeart/2005/8/layout/pyramid3"/>
    <dgm:cxn modelId="{12EAFC0F-F08A-466A-9AC1-2155BB2C619C}" type="presParOf" srcId="{44DCE015-0A23-4327-8EBF-F1185F07735B}" destId="{D80A56B4-29FA-40DE-9E24-4829DAF8F897}" srcOrd="3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BE460C4-EBE5-4DFE-95F8-D324FF58B823}" type="doc">
      <dgm:prSet loTypeId="urn:diagrams.loki3.com/VaryingWidthList" loCatId="list" qsTypeId="urn:microsoft.com/office/officeart/2005/8/quickstyle/simple1" qsCatId="simple" csTypeId="urn:microsoft.com/office/officeart/2005/8/colors/colorful5" csCatId="colorful" phldr="1"/>
      <dgm:spPr/>
    </dgm:pt>
    <dgm:pt modelId="{241306AC-4AAC-468E-8F4A-09C0C6FB49F7}">
      <dgm:prSet phldrT="[Text]"/>
      <dgm:spPr/>
      <dgm:t>
        <a:bodyPr/>
        <a:lstStyle/>
        <a:p>
          <a:r>
            <a:rPr lang="en-GB" dirty="0"/>
            <a:t> </a:t>
          </a:r>
        </a:p>
      </dgm:t>
    </dgm:pt>
    <dgm:pt modelId="{9F1C1DE1-92DF-4CC0-8534-94F76B55C2FE}" type="parTrans" cxnId="{29989733-BE89-44EE-B165-C50CB4923CFE}">
      <dgm:prSet/>
      <dgm:spPr/>
      <dgm:t>
        <a:bodyPr/>
        <a:lstStyle/>
        <a:p>
          <a:endParaRPr lang="en-GB"/>
        </a:p>
      </dgm:t>
    </dgm:pt>
    <dgm:pt modelId="{ABF6D930-F983-442E-8A02-10AAFFE16A6B}" type="sibTrans" cxnId="{29989733-BE89-44EE-B165-C50CB4923CFE}">
      <dgm:prSet/>
      <dgm:spPr/>
      <dgm:t>
        <a:bodyPr/>
        <a:lstStyle/>
        <a:p>
          <a:endParaRPr lang="en-GB"/>
        </a:p>
      </dgm:t>
    </dgm:pt>
    <dgm:pt modelId="{06BC3C3B-EAA2-4154-821D-AC7F0F7060BB}">
      <dgm:prSet phldrT="[Text]"/>
      <dgm:spPr/>
      <dgm:t>
        <a:bodyPr/>
        <a:lstStyle/>
        <a:p>
          <a:endParaRPr lang="en-GB" dirty="0"/>
        </a:p>
      </dgm:t>
    </dgm:pt>
    <dgm:pt modelId="{3929EBC6-1459-471F-87A4-FD9B69722BB7}" type="parTrans" cxnId="{D14A3A3C-3DFE-4D7C-AA07-75AF956DB930}">
      <dgm:prSet/>
      <dgm:spPr/>
      <dgm:t>
        <a:bodyPr/>
        <a:lstStyle/>
        <a:p>
          <a:endParaRPr lang="en-GB"/>
        </a:p>
      </dgm:t>
    </dgm:pt>
    <dgm:pt modelId="{6EBCBFBB-247C-4C46-B8B1-4B890B2E4350}" type="sibTrans" cxnId="{D14A3A3C-3DFE-4D7C-AA07-75AF956DB930}">
      <dgm:prSet/>
      <dgm:spPr/>
      <dgm:t>
        <a:bodyPr/>
        <a:lstStyle/>
        <a:p>
          <a:endParaRPr lang="en-GB"/>
        </a:p>
      </dgm:t>
    </dgm:pt>
    <dgm:pt modelId="{944B2167-33AD-4345-AD8D-0946200EEB18}">
      <dgm:prSet phldrT="[Text]"/>
      <dgm:spPr/>
      <dgm:t>
        <a:bodyPr/>
        <a:lstStyle/>
        <a:p>
          <a:endParaRPr lang="en-GB" dirty="0"/>
        </a:p>
      </dgm:t>
    </dgm:pt>
    <dgm:pt modelId="{A4CF455F-8FB0-4FE7-8AF8-624AE51D3348}" type="parTrans" cxnId="{2F93876D-9D7E-41C2-8C22-266E4E440E60}">
      <dgm:prSet/>
      <dgm:spPr/>
      <dgm:t>
        <a:bodyPr/>
        <a:lstStyle/>
        <a:p>
          <a:endParaRPr lang="en-GB"/>
        </a:p>
      </dgm:t>
    </dgm:pt>
    <dgm:pt modelId="{3331AAF0-1888-4844-9E4A-7F35BF8BCB27}" type="sibTrans" cxnId="{2F93876D-9D7E-41C2-8C22-266E4E440E60}">
      <dgm:prSet/>
      <dgm:spPr/>
      <dgm:t>
        <a:bodyPr/>
        <a:lstStyle/>
        <a:p>
          <a:endParaRPr lang="en-GB"/>
        </a:p>
      </dgm:t>
    </dgm:pt>
    <dgm:pt modelId="{FB9E64BA-50A5-4DBE-9D9C-EEC20FEAA61A}" type="pres">
      <dgm:prSet presAssocID="{1BE460C4-EBE5-4DFE-95F8-D324FF58B823}" presName="Name0" presStyleCnt="0">
        <dgm:presLayoutVars>
          <dgm:resizeHandles/>
        </dgm:presLayoutVars>
      </dgm:prSet>
      <dgm:spPr/>
    </dgm:pt>
    <dgm:pt modelId="{93897D4B-39FC-4AD4-BB6B-A3348CAAE1AC}" type="pres">
      <dgm:prSet presAssocID="{241306AC-4AAC-468E-8F4A-09C0C6FB49F7}" presName="text" presStyleLbl="node1" presStyleIdx="0" presStyleCnt="3">
        <dgm:presLayoutVars>
          <dgm:bulletEnabled val="1"/>
        </dgm:presLayoutVars>
      </dgm:prSet>
      <dgm:spPr/>
    </dgm:pt>
    <dgm:pt modelId="{44BEC22B-BC27-40D6-966A-B3202AB1BA29}" type="pres">
      <dgm:prSet presAssocID="{ABF6D930-F983-442E-8A02-10AAFFE16A6B}" presName="space" presStyleCnt="0"/>
      <dgm:spPr/>
    </dgm:pt>
    <dgm:pt modelId="{33F75C2A-23F9-4AE1-9B74-D5F7BF6CB009}" type="pres">
      <dgm:prSet presAssocID="{944B2167-33AD-4345-AD8D-0946200EEB18}" presName="text" presStyleLbl="node1" presStyleIdx="1" presStyleCnt="3">
        <dgm:presLayoutVars>
          <dgm:bulletEnabled val="1"/>
        </dgm:presLayoutVars>
      </dgm:prSet>
      <dgm:spPr/>
    </dgm:pt>
    <dgm:pt modelId="{739D7A67-B7E3-479A-B702-491FDFCE3DA0}" type="pres">
      <dgm:prSet presAssocID="{3331AAF0-1888-4844-9E4A-7F35BF8BCB27}" presName="space" presStyleCnt="0"/>
      <dgm:spPr/>
    </dgm:pt>
    <dgm:pt modelId="{CA0D0E33-0553-4F38-9934-57C394399D66}" type="pres">
      <dgm:prSet presAssocID="{06BC3C3B-EAA2-4154-821D-AC7F0F7060BB}" presName="text" presStyleLbl="node1" presStyleIdx="2" presStyleCnt="3">
        <dgm:presLayoutVars>
          <dgm:bulletEnabled val="1"/>
        </dgm:presLayoutVars>
      </dgm:prSet>
      <dgm:spPr/>
    </dgm:pt>
  </dgm:ptLst>
  <dgm:cxnLst>
    <dgm:cxn modelId="{DB872B21-B930-479A-AD8D-B01EFAAF13E7}" type="presOf" srcId="{06BC3C3B-EAA2-4154-821D-AC7F0F7060BB}" destId="{CA0D0E33-0553-4F38-9934-57C394399D66}" srcOrd="0" destOrd="0" presId="urn:diagrams.loki3.com/VaryingWidthList"/>
    <dgm:cxn modelId="{29989733-BE89-44EE-B165-C50CB4923CFE}" srcId="{1BE460C4-EBE5-4DFE-95F8-D324FF58B823}" destId="{241306AC-4AAC-468E-8F4A-09C0C6FB49F7}" srcOrd="0" destOrd="0" parTransId="{9F1C1DE1-92DF-4CC0-8534-94F76B55C2FE}" sibTransId="{ABF6D930-F983-442E-8A02-10AAFFE16A6B}"/>
    <dgm:cxn modelId="{D14A3A3C-3DFE-4D7C-AA07-75AF956DB930}" srcId="{1BE460C4-EBE5-4DFE-95F8-D324FF58B823}" destId="{06BC3C3B-EAA2-4154-821D-AC7F0F7060BB}" srcOrd="2" destOrd="0" parTransId="{3929EBC6-1459-471F-87A4-FD9B69722BB7}" sibTransId="{6EBCBFBB-247C-4C46-B8B1-4B890B2E4350}"/>
    <dgm:cxn modelId="{2F93876D-9D7E-41C2-8C22-266E4E440E60}" srcId="{1BE460C4-EBE5-4DFE-95F8-D324FF58B823}" destId="{944B2167-33AD-4345-AD8D-0946200EEB18}" srcOrd="1" destOrd="0" parTransId="{A4CF455F-8FB0-4FE7-8AF8-624AE51D3348}" sibTransId="{3331AAF0-1888-4844-9E4A-7F35BF8BCB27}"/>
    <dgm:cxn modelId="{C8DCEA99-8A43-4DA2-A313-4A556F674270}" type="presOf" srcId="{944B2167-33AD-4345-AD8D-0946200EEB18}" destId="{33F75C2A-23F9-4AE1-9B74-D5F7BF6CB009}" srcOrd="0" destOrd="0" presId="urn:diagrams.loki3.com/VaryingWidthList"/>
    <dgm:cxn modelId="{29C461AD-012A-444A-994F-C2DCA0301726}" type="presOf" srcId="{241306AC-4AAC-468E-8F4A-09C0C6FB49F7}" destId="{93897D4B-39FC-4AD4-BB6B-A3348CAAE1AC}" srcOrd="0" destOrd="0" presId="urn:diagrams.loki3.com/VaryingWidthList"/>
    <dgm:cxn modelId="{943DA6DA-F264-4A2C-9891-69417E45C7C9}" type="presOf" srcId="{1BE460C4-EBE5-4DFE-95F8-D324FF58B823}" destId="{FB9E64BA-50A5-4DBE-9D9C-EEC20FEAA61A}" srcOrd="0" destOrd="0" presId="urn:diagrams.loki3.com/VaryingWidthList"/>
    <dgm:cxn modelId="{71DF5371-0707-4D3C-A738-C573E3254C0A}" type="presParOf" srcId="{FB9E64BA-50A5-4DBE-9D9C-EEC20FEAA61A}" destId="{93897D4B-39FC-4AD4-BB6B-A3348CAAE1AC}" srcOrd="0" destOrd="0" presId="urn:diagrams.loki3.com/VaryingWidthList"/>
    <dgm:cxn modelId="{06B2A176-01B9-47E1-8292-8573E7B7C2A7}" type="presParOf" srcId="{FB9E64BA-50A5-4DBE-9D9C-EEC20FEAA61A}" destId="{44BEC22B-BC27-40D6-966A-B3202AB1BA29}" srcOrd="1" destOrd="0" presId="urn:diagrams.loki3.com/VaryingWidthList"/>
    <dgm:cxn modelId="{10AF06C4-AAF4-4169-8448-2951D5291BB9}" type="presParOf" srcId="{FB9E64BA-50A5-4DBE-9D9C-EEC20FEAA61A}" destId="{33F75C2A-23F9-4AE1-9B74-D5F7BF6CB009}" srcOrd="2" destOrd="0" presId="urn:diagrams.loki3.com/VaryingWidthList"/>
    <dgm:cxn modelId="{8A661781-785C-428A-B75C-2DBD4171A050}" type="presParOf" srcId="{FB9E64BA-50A5-4DBE-9D9C-EEC20FEAA61A}" destId="{739D7A67-B7E3-479A-B702-491FDFCE3DA0}" srcOrd="3" destOrd="0" presId="urn:diagrams.loki3.com/VaryingWidthList"/>
    <dgm:cxn modelId="{F107B56B-68B0-4B77-B3DD-9F6E9263E553}" type="presParOf" srcId="{FB9E64BA-50A5-4DBE-9D9C-EEC20FEAA61A}" destId="{CA0D0E33-0553-4F38-9934-57C394399D66}" srcOrd="4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C1B6EA9-38DC-4576-8691-41E9FC54DFF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8B46F16-9C7F-4FAF-9923-1CF17B57BDD1}">
      <dgm:prSet phldrT="[Text]"/>
      <dgm:spPr/>
      <dgm:t>
        <a:bodyPr/>
        <a:lstStyle/>
        <a:p>
          <a:r>
            <a:rPr lang="en-GB" dirty="0"/>
            <a:t>MSc Information and Technology (MSCIT)</a:t>
          </a:r>
        </a:p>
      </dgm:t>
    </dgm:pt>
    <dgm:pt modelId="{60B23EA1-90EC-41F4-B788-F8C439745CF1}" type="parTrans" cxnId="{F7146B9F-730A-4C36-93D2-1DF5FFE34D66}">
      <dgm:prSet/>
      <dgm:spPr/>
      <dgm:t>
        <a:bodyPr/>
        <a:lstStyle/>
        <a:p>
          <a:endParaRPr lang="en-GB"/>
        </a:p>
      </dgm:t>
    </dgm:pt>
    <dgm:pt modelId="{66F37B9E-140B-47CF-ADE8-860E5D9D9136}" type="sibTrans" cxnId="{F7146B9F-730A-4C36-93D2-1DF5FFE34D66}">
      <dgm:prSet/>
      <dgm:spPr/>
      <dgm:t>
        <a:bodyPr/>
        <a:lstStyle/>
        <a:p>
          <a:endParaRPr lang="en-GB"/>
        </a:p>
      </dgm:t>
    </dgm:pt>
    <dgm:pt modelId="{A78CAFCC-59D1-40B1-8964-38138BAC0DCE}">
      <dgm:prSet phldrT="[Text]"/>
      <dgm:spPr/>
      <dgm:t>
        <a:bodyPr/>
        <a:lstStyle/>
        <a:p>
          <a:r>
            <a:rPr lang="en-GB" dirty="0"/>
            <a:t>MSc Data Science (MDATS)</a:t>
          </a:r>
        </a:p>
      </dgm:t>
    </dgm:pt>
    <dgm:pt modelId="{76BACE79-2127-4B0F-9FBF-A9C2E87C514D}" type="parTrans" cxnId="{AEB20D7D-D7A4-45B5-819C-91A53C2AF6E2}">
      <dgm:prSet/>
      <dgm:spPr/>
      <dgm:t>
        <a:bodyPr/>
        <a:lstStyle/>
        <a:p>
          <a:endParaRPr lang="en-GB"/>
        </a:p>
      </dgm:t>
    </dgm:pt>
    <dgm:pt modelId="{269C5080-81D2-4B7C-BFED-751FCF655685}" type="sibTrans" cxnId="{AEB20D7D-D7A4-45B5-819C-91A53C2AF6E2}">
      <dgm:prSet/>
      <dgm:spPr/>
      <dgm:t>
        <a:bodyPr/>
        <a:lstStyle/>
        <a:p>
          <a:endParaRPr lang="en-GB"/>
        </a:p>
      </dgm:t>
    </dgm:pt>
    <dgm:pt modelId="{BF80C698-67A3-4743-8E0E-90FF9FA262F7}">
      <dgm:prSet phldrT="[Text]"/>
      <dgm:spPr/>
      <dgm:t>
        <a:bodyPr/>
        <a:lstStyle/>
        <a:p>
          <a:r>
            <a:rPr lang="en-GB" b="0" i="0" dirty="0"/>
            <a:t>Machine learning-based dementia prediction</a:t>
          </a:r>
          <a:endParaRPr lang="en-GB" dirty="0"/>
        </a:p>
      </dgm:t>
    </dgm:pt>
    <dgm:pt modelId="{A4CDA1A2-F013-4010-AF48-33271FCE7671}" type="parTrans" cxnId="{B81DF6CD-4E71-447F-A07C-A460899D865C}">
      <dgm:prSet/>
      <dgm:spPr/>
      <dgm:t>
        <a:bodyPr/>
        <a:lstStyle/>
        <a:p>
          <a:endParaRPr lang="en-GB"/>
        </a:p>
      </dgm:t>
    </dgm:pt>
    <dgm:pt modelId="{B0A3CC04-1660-4896-BCAF-612BDF8EFDD7}" type="sibTrans" cxnId="{B81DF6CD-4E71-447F-A07C-A460899D865C}">
      <dgm:prSet/>
      <dgm:spPr/>
      <dgm:t>
        <a:bodyPr/>
        <a:lstStyle/>
        <a:p>
          <a:endParaRPr lang="en-GB"/>
        </a:p>
      </dgm:t>
    </dgm:pt>
    <dgm:pt modelId="{3B525CD1-1C36-4599-805D-6D2B8F9B0E08}">
      <dgm:prSet phldrT="[Text]"/>
      <dgm:spPr/>
      <dgm:t>
        <a:bodyPr/>
        <a:lstStyle/>
        <a:p>
          <a:r>
            <a:rPr lang="en-GB" i="0" dirty="0"/>
            <a:t>Data visualisation dashboard for Covid-19 taskforce</a:t>
          </a:r>
          <a:endParaRPr lang="en-GB" dirty="0"/>
        </a:p>
      </dgm:t>
    </dgm:pt>
    <dgm:pt modelId="{3E87EE91-860E-4CDC-8366-3A94BE0B7EF4}" type="sibTrans" cxnId="{6BE1CDCE-ECF5-43A8-A279-C881F9CC1FD5}">
      <dgm:prSet/>
      <dgm:spPr/>
      <dgm:t>
        <a:bodyPr/>
        <a:lstStyle/>
        <a:p>
          <a:endParaRPr lang="en-GB"/>
        </a:p>
      </dgm:t>
    </dgm:pt>
    <dgm:pt modelId="{EFEB3881-0912-44D3-B5E5-B1618F684088}" type="parTrans" cxnId="{6BE1CDCE-ECF5-43A8-A279-C881F9CC1FD5}">
      <dgm:prSet/>
      <dgm:spPr/>
      <dgm:t>
        <a:bodyPr/>
        <a:lstStyle/>
        <a:p>
          <a:endParaRPr lang="en-GB"/>
        </a:p>
      </dgm:t>
    </dgm:pt>
    <dgm:pt modelId="{AF193C9F-3138-4D86-816E-5A8714960227}">
      <dgm:prSet phldrT="[Text]"/>
      <dgm:spPr/>
      <dgm:t>
        <a:bodyPr/>
        <a:lstStyle/>
        <a:p>
          <a:r>
            <a:rPr lang="en-GB" b="0" i="0"/>
            <a:t>An investigation into smart electricity meters and their applications</a:t>
          </a:r>
          <a:endParaRPr lang="en-GB" dirty="0"/>
        </a:p>
      </dgm:t>
    </dgm:pt>
    <dgm:pt modelId="{54ED82E7-CCA3-4510-9BEF-31C35B34C8DE}" type="parTrans" cxnId="{91993D55-29FA-4698-B46A-9836BD73F9A7}">
      <dgm:prSet/>
      <dgm:spPr/>
      <dgm:t>
        <a:bodyPr/>
        <a:lstStyle/>
        <a:p>
          <a:endParaRPr lang="en-GB"/>
        </a:p>
      </dgm:t>
    </dgm:pt>
    <dgm:pt modelId="{BAF2929B-CE6E-4C0B-90D7-1A4008FE99F5}" type="sibTrans" cxnId="{91993D55-29FA-4698-B46A-9836BD73F9A7}">
      <dgm:prSet/>
      <dgm:spPr/>
      <dgm:t>
        <a:bodyPr/>
        <a:lstStyle/>
        <a:p>
          <a:endParaRPr lang="en-GB"/>
        </a:p>
      </dgm:t>
    </dgm:pt>
    <dgm:pt modelId="{ED5AEA08-DD49-4DF4-9067-C66A8884770D}">
      <dgm:prSet phldrT="[Text]"/>
      <dgm:spPr/>
      <dgm:t>
        <a:bodyPr/>
        <a:lstStyle/>
        <a:p>
          <a:r>
            <a:rPr lang="en-GB" dirty="0"/>
            <a:t>MSc Cyber Security &amp; Digital Forensics (MCSDF)</a:t>
          </a:r>
        </a:p>
      </dgm:t>
    </dgm:pt>
    <dgm:pt modelId="{A9717996-BBE6-42D1-BB04-C5FE06A2D9C0}" type="parTrans" cxnId="{4E868296-CE06-481D-8CF7-228366D9C1CD}">
      <dgm:prSet/>
      <dgm:spPr/>
      <dgm:t>
        <a:bodyPr/>
        <a:lstStyle/>
        <a:p>
          <a:endParaRPr lang="en-GB"/>
        </a:p>
      </dgm:t>
    </dgm:pt>
    <dgm:pt modelId="{23A2ABB4-9679-4357-84E2-3F68513446A8}" type="sibTrans" cxnId="{4E868296-CE06-481D-8CF7-228366D9C1CD}">
      <dgm:prSet/>
      <dgm:spPr/>
      <dgm:t>
        <a:bodyPr/>
        <a:lstStyle/>
        <a:p>
          <a:endParaRPr lang="en-GB"/>
        </a:p>
      </dgm:t>
    </dgm:pt>
    <dgm:pt modelId="{ED136A99-5D7D-44D3-A4E5-1F6BDF139898}">
      <dgm:prSet phldrT="[Text]"/>
      <dgm:spPr/>
      <dgm:t>
        <a:bodyPr/>
        <a:lstStyle/>
        <a:p>
          <a:r>
            <a:rPr lang="en-GB" dirty="0"/>
            <a:t>MSc Cyber Security (MCYBS)</a:t>
          </a:r>
        </a:p>
      </dgm:t>
    </dgm:pt>
    <dgm:pt modelId="{C2692F9E-3DD7-45A6-92AC-2D49A8B285BC}" type="parTrans" cxnId="{B0E1D14E-52C9-4CA2-A188-73BE39504224}">
      <dgm:prSet/>
      <dgm:spPr/>
      <dgm:t>
        <a:bodyPr/>
        <a:lstStyle/>
        <a:p>
          <a:endParaRPr lang="en-GB"/>
        </a:p>
      </dgm:t>
    </dgm:pt>
    <dgm:pt modelId="{75CED1A5-FD3B-467E-AC27-BCD3C85036B0}" type="sibTrans" cxnId="{B0E1D14E-52C9-4CA2-A188-73BE39504224}">
      <dgm:prSet/>
      <dgm:spPr/>
      <dgm:t>
        <a:bodyPr/>
        <a:lstStyle/>
        <a:p>
          <a:endParaRPr lang="en-GB"/>
        </a:p>
      </dgm:t>
    </dgm:pt>
    <dgm:pt modelId="{3F406F0E-D373-4797-925B-B4277DB5526F}">
      <dgm:prSet phldrT="[Text]"/>
      <dgm:spPr/>
      <dgm:t>
        <a:bodyPr/>
        <a:lstStyle/>
        <a:p>
          <a:r>
            <a:rPr lang="en-GB" b="0" i="0"/>
            <a:t>To investigate use of tracking devices (wearables) for a digital forensics examination</a:t>
          </a:r>
          <a:endParaRPr lang="en-GB" dirty="0"/>
        </a:p>
      </dgm:t>
    </dgm:pt>
    <dgm:pt modelId="{AC9E6D89-A346-45AD-83CC-C96B4710DB64}" type="parTrans" cxnId="{A3D4542E-276C-4629-8E74-9699B36F1CA5}">
      <dgm:prSet/>
      <dgm:spPr/>
      <dgm:t>
        <a:bodyPr/>
        <a:lstStyle/>
        <a:p>
          <a:endParaRPr lang="en-GB"/>
        </a:p>
      </dgm:t>
    </dgm:pt>
    <dgm:pt modelId="{D21C3378-F5EE-4DC4-B731-20B70D6FFAF6}" type="sibTrans" cxnId="{A3D4542E-276C-4629-8E74-9699B36F1CA5}">
      <dgm:prSet/>
      <dgm:spPr/>
      <dgm:t>
        <a:bodyPr/>
        <a:lstStyle/>
        <a:p>
          <a:endParaRPr lang="en-GB"/>
        </a:p>
      </dgm:t>
    </dgm:pt>
    <dgm:pt modelId="{164A25FA-E68D-4248-A560-A54E574F5590}">
      <dgm:prSet phldrT="[Text]"/>
      <dgm:spPr/>
      <dgm:t>
        <a:bodyPr/>
        <a:lstStyle/>
        <a:p>
          <a:r>
            <a:rPr lang="en-GB" b="0" i="0" dirty="0"/>
            <a:t>The design and implementation of an attack-defend CTF scenario</a:t>
          </a:r>
          <a:endParaRPr lang="en-GB" dirty="0"/>
        </a:p>
      </dgm:t>
    </dgm:pt>
    <dgm:pt modelId="{8602A7DB-9360-4AEF-8A34-1DFB3731CBE9}" type="parTrans" cxnId="{624431F5-DBF0-4355-84F7-36684A60D61F}">
      <dgm:prSet/>
      <dgm:spPr/>
      <dgm:t>
        <a:bodyPr/>
        <a:lstStyle/>
        <a:p>
          <a:endParaRPr lang="en-GB"/>
        </a:p>
      </dgm:t>
    </dgm:pt>
    <dgm:pt modelId="{C40B3CD1-C0B6-4FD0-B373-9F226E401BE6}" type="sibTrans" cxnId="{624431F5-DBF0-4355-84F7-36684A60D61F}">
      <dgm:prSet/>
      <dgm:spPr/>
      <dgm:t>
        <a:bodyPr/>
        <a:lstStyle/>
        <a:p>
          <a:endParaRPr lang="en-GB"/>
        </a:p>
      </dgm:t>
    </dgm:pt>
    <dgm:pt modelId="{D256F747-5D5B-458B-A1E8-8EB25B5002F5}">
      <dgm:prSet phldrT="[Text]"/>
      <dgm:spPr/>
      <dgm:t>
        <a:bodyPr/>
        <a:lstStyle/>
        <a:p>
          <a:r>
            <a:rPr lang="en-GB"/>
            <a:t>MSc Advanced Computer Science (MADCS)</a:t>
          </a:r>
          <a:endParaRPr lang="en-GB" dirty="0"/>
        </a:p>
      </dgm:t>
    </dgm:pt>
    <dgm:pt modelId="{DD684F9F-C7D9-48FA-9058-DD04844A0870}" type="parTrans" cxnId="{0F5619CE-D3D8-4231-9279-827998A867A4}">
      <dgm:prSet/>
      <dgm:spPr/>
      <dgm:t>
        <a:bodyPr/>
        <a:lstStyle/>
        <a:p>
          <a:endParaRPr lang="en-GB"/>
        </a:p>
      </dgm:t>
    </dgm:pt>
    <dgm:pt modelId="{5E99EA57-72F7-4146-8FA0-47F1D4EFD312}" type="sibTrans" cxnId="{0F5619CE-D3D8-4231-9279-827998A867A4}">
      <dgm:prSet/>
      <dgm:spPr/>
      <dgm:t>
        <a:bodyPr/>
        <a:lstStyle/>
        <a:p>
          <a:endParaRPr lang="en-GB"/>
        </a:p>
      </dgm:t>
    </dgm:pt>
    <dgm:pt modelId="{948C9DBF-610D-44A2-877F-27FC393F811A}">
      <dgm:prSet phldrT="[Text]"/>
      <dgm:spPr/>
      <dgm:t>
        <a:bodyPr/>
        <a:lstStyle/>
        <a:p>
          <a:r>
            <a:rPr lang="en-GB" b="0" i="0"/>
            <a:t>Automated generation of functional test for REST APIs</a:t>
          </a:r>
          <a:endParaRPr lang="en-GB" dirty="0"/>
        </a:p>
      </dgm:t>
    </dgm:pt>
    <dgm:pt modelId="{615AFCD3-B6DF-4C88-828D-9326D71FAD70}" type="parTrans" cxnId="{FC07D2D2-C179-4DB2-A240-765D6AC4DB60}">
      <dgm:prSet/>
      <dgm:spPr/>
      <dgm:t>
        <a:bodyPr/>
        <a:lstStyle/>
        <a:p>
          <a:endParaRPr lang="en-GB"/>
        </a:p>
      </dgm:t>
    </dgm:pt>
    <dgm:pt modelId="{A86331B0-7044-4344-93C4-40EEDDE74BD5}" type="sibTrans" cxnId="{FC07D2D2-C179-4DB2-A240-765D6AC4DB60}">
      <dgm:prSet/>
      <dgm:spPr/>
      <dgm:t>
        <a:bodyPr/>
        <a:lstStyle/>
        <a:p>
          <a:endParaRPr lang="en-GB"/>
        </a:p>
      </dgm:t>
    </dgm:pt>
    <dgm:pt modelId="{26A77A7A-4439-4DDF-8EB5-C25B13647858}" type="pres">
      <dgm:prSet presAssocID="{9C1B6EA9-38DC-4576-8691-41E9FC54DFF2}" presName="linear" presStyleCnt="0">
        <dgm:presLayoutVars>
          <dgm:dir/>
          <dgm:animLvl val="lvl"/>
          <dgm:resizeHandles val="exact"/>
        </dgm:presLayoutVars>
      </dgm:prSet>
      <dgm:spPr/>
    </dgm:pt>
    <dgm:pt modelId="{D7347999-B463-4FAD-BE62-B04DAA56ACD0}" type="pres">
      <dgm:prSet presAssocID="{78B46F16-9C7F-4FAF-9923-1CF17B57BDD1}" presName="parentLin" presStyleCnt="0"/>
      <dgm:spPr/>
    </dgm:pt>
    <dgm:pt modelId="{9346E696-5D43-4EC7-A811-53DB610C32C6}" type="pres">
      <dgm:prSet presAssocID="{78B46F16-9C7F-4FAF-9923-1CF17B57BDD1}" presName="parentLeftMargin" presStyleLbl="node1" presStyleIdx="0" presStyleCnt="6"/>
      <dgm:spPr/>
    </dgm:pt>
    <dgm:pt modelId="{6BAAD05E-521C-473C-820F-06C508248263}" type="pres">
      <dgm:prSet presAssocID="{78B46F16-9C7F-4FAF-9923-1CF17B57BDD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90A3C80-8A6F-4E42-AA67-36EBFE96D31E}" type="pres">
      <dgm:prSet presAssocID="{78B46F16-9C7F-4FAF-9923-1CF17B57BDD1}" presName="negativeSpace" presStyleCnt="0"/>
      <dgm:spPr/>
    </dgm:pt>
    <dgm:pt modelId="{F528BE3A-A943-4D5C-B392-D32B0433EC35}" type="pres">
      <dgm:prSet presAssocID="{78B46F16-9C7F-4FAF-9923-1CF17B57BDD1}" presName="childText" presStyleLbl="conFgAcc1" presStyleIdx="0" presStyleCnt="6">
        <dgm:presLayoutVars>
          <dgm:bulletEnabled val="1"/>
        </dgm:presLayoutVars>
      </dgm:prSet>
      <dgm:spPr/>
    </dgm:pt>
    <dgm:pt modelId="{0D51B389-8847-46FD-B973-8C06F3DA29A2}" type="pres">
      <dgm:prSet presAssocID="{66F37B9E-140B-47CF-ADE8-860E5D9D9136}" presName="spaceBetweenRectangles" presStyleCnt="0"/>
      <dgm:spPr/>
    </dgm:pt>
    <dgm:pt modelId="{E8A4C604-08F3-41E2-A989-A62251364872}" type="pres">
      <dgm:prSet presAssocID="{A78CAFCC-59D1-40B1-8964-38138BAC0DCE}" presName="parentLin" presStyleCnt="0"/>
      <dgm:spPr/>
    </dgm:pt>
    <dgm:pt modelId="{D3822795-F1C8-457E-B6A3-A7C74AD353E4}" type="pres">
      <dgm:prSet presAssocID="{A78CAFCC-59D1-40B1-8964-38138BAC0DCE}" presName="parentLeftMargin" presStyleLbl="node1" presStyleIdx="0" presStyleCnt="6"/>
      <dgm:spPr/>
    </dgm:pt>
    <dgm:pt modelId="{31C067C8-728B-418A-A6E4-52D959F2431A}" type="pres">
      <dgm:prSet presAssocID="{A78CAFCC-59D1-40B1-8964-38138BAC0DC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3253B36-9CD0-4508-B8AB-82D48F330886}" type="pres">
      <dgm:prSet presAssocID="{A78CAFCC-59D1-40B1-8964-38138BAC0DCE}" presName="negativeSpace" presStyleCnt="0"/>
      <dgm:spPr/>
    </dgm:pt>
    <dgm:pt modelId="{1EDD140A-CCEB-4BBB-9698-65104E9B41E7}" type="pres">
      <dgm:prSet presAssocID="{A78CAFCC-59D1-40B1-8964-38138BAC0DCE}" presName="childText" presStyleLbl="conFgAcc1" presStyleIdx="1" presStyleCnt="6">
        <dgm:presLayoutVars>
          <dgm:bulletEnabled val="1"/>
        </dgm:presLayoutVars>
      </dgm:prSet>
      <dgm:spPr/>
    </dgm:pt>
    <dgm:pt modelId="{BA63D845-03B1-4CF8-9DE9-A9180F793CD3}" type="pres">
      <dgm:prSet presAssocID="{269C5080-81D2-4B7C-BFED-751FCF655685}" presName="spaceBetweenRectangles" presStyleCnt="0"/>
      <dgm:spPr/>
    </dgm:pt>
    <dgm:pt modelId="{29A040B8-3C1E-4B1C-9874-32B0D0127740}" type="pres">
      <dgm:prSet presAssocID="{AF193C9F-3138-4D86-816E-5A8714960227}" presName="parentLin" presStyleCnt="0"/>
      <dgm:spPr/>
    </dgm:pt>
    <dgm:pt modelId="{F59A54E6-EC43-4525-973F-62DAC57FB455}" type="pres">
      <dgm:prSet presAssocID="{AF193C9F-3138-4D86-816E-5A8714960227}" presName="parentLeftMargin" presStyleLbl="node1" presStyleIdx="1" presStyleCnt="6"/>
      <dgm:spPr/>
    </dgm:pt>
    <dgm:pt modelId="{715B25C5-6B10-4BF2-B127-924E2B956B2C}" type="pres">
      <dgm:prSet presAssocID="{AF193C9F-3138-4D86-816E-5A871496022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2C433EF-4CBB-4D32-AF00-3D059939127F}" type="pres">
      <dgm:prSet presAssocID="{AF193C9F-3138-4D86-816E-5A8714960227}" presName="negativeSpace" presStyleCnt="0"/>
      <dgm:spPr/>
    </dgm:pt>
    <dgm:pt modelId="{3D4FF338-E544-4F82-9396-C3B4AF42E8E1}" type="pres">
      <dgm:prSet presAssocID="{AF193C9F-3138-4D86-816E-5A8714960227}" presName="childText" presStyleLbl="conFgAcc1" presStyleIdx="2" presStyleCnt="6">
        <dgm:presLayoutVars>
          <dgm:bulletEnabled val="1"/>
        </dgm:presLayoutVars>
      </dgm:prSet>
      <dgm:spPr/>
    </dgm:pt>
    <dgm:pt modelId="{7480C7D4-1A30-4F6D-8401-66EFE7C7791A}" type="pres">
      <dgm:prSet presAssocID="{BAF2929B-CE6E-4C0B-90D7-1A4008FE99F5}" presName="spaceBetweenRectangles" presStyleCnt="0"/>
      <dgm:spPr/>
    </dgm:pt>
    <dgm:pt modelId="{0E5511B8-72D8-4105-BB97-ACB0E5EA52B1}" type="pres">
      <dgm:prSet presAssocID="{ED5AEA08-DD49-4DF4-9067-C66A8884770D}" presName="parentLin" presStyleCnt="0"/>
      <dgm:spPr/>
    </dgm:pt>
    <dgm:pt modelId="{BAE58F9A-77A5-4FEA-B4F3-C10039978406}" type="pres">
      <dgm:prSet presAssocID="{ED5AEA08-DD49-4DF4-9067-C66A8884770D}" presName="parentLeftMargin" presStyleLbl="node1" presStyleIdx="2" presStyleCnt="6"/>
      <dgm:spPr/>
    </dgm:pt>
    <dgm:pt modelId="{E2F48337-4012-456B-B625-A2D110FA9925}" type="pres">
      <dgm:prSet presAssocID="{ED5AEA08-DD49-4DF4-9067-C66A8884770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F4F8054-6454-4A4F-9CEE-70A91E05D748}" type="pres">
      <dgm:prSet presAssocID="{ED5AEA08-DD49-4DF4-9067-C66A8884770D}" presName="negativeSpace" presStyleCnt="0"/>
      <dgm:spPr/>
    </dgm:pt>
    <dgm:pt modelId="{347BD827-9E79-4942-B39A-62A4BD6284C4}" type="pres">
      <dgm:prSet presAssocID="{ED5AEA08-DD49-4DF4-9067-C66A8884770D}" presName="childText" presStyleLbl="conFgAcc1" presStyleIdx="3" presStyleCnt="6">
        <dgm:presLayoutVars>
          <dgm:bulletEnabled val="1"/>
        </dgm:presLayoutVars>
      </dgm:prSet>
      <dgm:spPr/>
    </dgm:pt>
    <dgm:pt modelId="{F9624E26-E81A-4AE1-82EF-437725E59069}" type="pres">
      <dgm:prSet presAssocID="{23A2ABB4-9679-4357-84E2-3F68513446A8}" presName="spaceBetweenRectangles" presStyleCnt="0"/>
      <dgm:spPr/>
    </dgm:pt>
    <dgm:pt modelId="{490DD3E4-6277-4697-A3D7-FD95A52D19E4}" type="pres">
      <dgm:prSet presAssocID="{ED136A99-5D7D-44D3-A4E5-1F6BDF139898}" presName="parentLin" presStyleCnt="0"/>
      <dgm:spPr/>
    </dgm:pt>
    <dgm:pt modelId="{FB3D385D-8E52-419E-A87F-BF21F18AF4AC}" type="pres">
      <dgm:prSet presAssocID="{ED136A99-5D7D-44D3-A4E5-1F6BDF139898}" presName="parentLeftMargin" presStyleLbl="node1" presStyleIdx="3" presStyleCnt="6"/>
      <dgm:spPr/>
    </dgm:pt>
    <dgm:pt modelId="{B6D0378C-EA1B-407F-A874-FF48EAE057F8}" type="pres">
      <dgm:prSet presAssocID="{ED136A99-5D7D-44D3-A4E5-1F6BDF13989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04E350A-C6AD-4DFF-8E03-6FEDAF748E5C}" type="pres">
      <dgm:prSet presAssocID="{ED136A99-5D7D-44D3-A4E5-1F6BDF139898}" presName="negativeSpace" presStyleCnt="0"/>
      <dgm:spPr/>
    </dgm:pt>
    <dgm:pt modelId="{43B9DA40-CA8A-42D8-B199-E48AC09462D4}" type="pres">
      <dgm:prSet presAssocID="{ED136A99-5D7D-44D3-A4E5-1F6BDF139898}" presName="childText" presStyleLbl="conFgAcc1" presStyleIdx="4" presStyleCnt="6">
        <dgm:presLayoutVars>
          <dgm:bulletEnabled val="1"/>
        </dgm:presLayoutVars>
      </dgm:prSet>
      <dgm:spPr/>
    </dgm:pt>
    <dgm:pt modelId="{B8FD9B02-4210-451F-8B32-433EAC196EC6}" type="pres">
      <dgm:prSet presAssocID="{75CED1A5-FD3B-467E-AC27-BCD3C85036B0}" presName="spaceBetweenRectangles" presStyleCnt="0"/>
      <dgm:spPr/>
    </dgm:pt>
    <dgm:pt modelId="{2DD8A67E-1BEB-40FF-9687-CDE44C246AD9}" type="pres">
      <dgm:prSet presAssocID="{D256F747-5D5B-458B-A1E8-8EB25B5002F5}" presName="parentLin" presStyleCnt="0"/>
      <dgm:spPr/>
    </dgm:pt>
    <dgm:pt modelId="{CD9C1B2D-A000-46C1-A177-37D9039B7B87}" type="pres">
      <dgm:prSet presAssocID="{D256F747-5D5B-458B-A1E8-8EB25B5002F5}" presName="parentLeftMargin" presStyleLbl="node1" presStyleIdx="4" presStyleCnt="6"/>
      <dgm:spPr/>
    </dgm:pt>
    <dgm:pt modelId="{CD9AED1B-4412-4D2A-B159-3F0F9869D941}" type="pres">
      <dgm:prSet presAssocID="{D256F747-5D5B-458B-A1E8-8EB25B5002F5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9936A3A4-5BC6-48B9-8FD3-B50FE7185998}" type="pres">
      <dgm:prSet presAssocID="{D256F747-5D5B-458B-A1E8-8EB25B5002F5}" presName="negativeSpace" presStyleCnt="0"/>
      <dgm:spPr/>
    </dgm:pt>
    <dgm:pt modelId="{AE281BA5-A593-4370-B89A-71904292E624}" type="pres">
      <dgm:prSet presAssocID="{D256F747-5D5B-458B-A1E8-8EB25B5002F5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A398F20A-E7B0-4EE7-870A-F28BFAB8A2D8}" type="presOf" srcId="{A78CAFCC-59D1-40B1-8964-38138BAC0DCE}" destId="{D3822795-F1C8-457E-B6A3-A7C74AD353E4}" srcOrd="0" destOrd="0" presId="urn:microsoft.com/office/officeart/2005/8/layout/list1"/>
    <dgm:cxn modelId="{03B70717-28AB-4F42-BDF5-AB01825048E0}" type="presOf" srcId="{ED136A99-5D7D-44D3-A4E5-1F6BDF139898}" destId="{B6D0378C-EA1B-407F-A874-FF48EAE057F8}" srcOrd="1" destOrd="0" presId="urn:microsoft.com/office/officeart/2005/8/layout/list1"/>
    <dgm:cxn modelId="{A3D4542E-276C-4629-8E74-9699B36F1CA5}" srcId="{ED5AEA08-DD49-4DF4-9067-C66A8884770D}" destId="{3F406F0E-D373-4797-925B-B4277DB5526F}" srcOrd="0" destOrd="0" parTransId="{AC9E6D89-A346-45AD-83CC-C96B4710DB64}" sibTransId="{D21C3378-F5EE-4DC4-B731-20B70D6FFAF6}"/>
    <dgm:cxn modelId="{C09EFE30-AC72-49D8-9D2C-4F7F91154960}" type="presOf" srcId="{ED5AEA08-DD49-4DF4-9067-C66A8884770D}" destId="{BAE58F9A-77A5-4FEA-B4F3-C10039978406}" srcOrd="0" destOrd="0" presId="urn:microsoft.com/office/officeart/2005/8/layout/list1"/>
    <dgm:cxn modelId="{24DD1134-9E79-4299-AA7A-A3971B2E6B91}" type="presOf" srcId="{3F406F0E-D373-4797-925B-B4277DB5526F}" destId="{347BD827-9E79-4942-B39A-62A4BD6284C4}" srcOrd="0" destOrd="0" presId="urn:microsoft.com/office/officeart/2005/8/layout/list1"/>
    <dgm:cxn modelId="{CCDEE837-5760-480E-90DE-9A7B46406150}" type="presOf" srcId="{78B46F16-9C7F-4FAF-9923-1CF17B57BDD1}" destId="{9346E696-5D43-4EC7-A811-53DB610C32C6}" srcOrd="0" destOrd="0" presId="urn:microsoft.com/office/officeart/2005/8/layout/list1"/>
    <dgm:cxn modelId="{E2A7D438-2B67-4882-B0A6-C56E2806EECF}" type="presOf" srcId="{3B525CD1-1C36-4599-805D-6D2B8F9B0E08}" destId="{F528BE3A-A943-4D5C-B392-D32B0433EC35}" srcOrd="0" destOrd="0" presId="urn:microsoft.com/office/officeart/2005/8/layout/list1"/>
    <dgm:cxn modelId="{B84F1061-2E70-4A56-BB5C-D88495915DE0}" type="presOf" srcId="{A78CAFCC-59D1-40B1-8964-38138BAC0DCE}" destId="{31C067C8-728B-418A-A6E4-52D959F2431A}" srcOrd="1" destOrd="0" presId="urn:microsoft.com/office/officeart/2005/8/layout/list1"/>
    <dgm:cxn modelId="{B0E1D14E-52C9-4CA2-A188-73BE39504224}" srcId="{9C1B6EA9-38DC-4576-8691-41E9FC54DFF2}" destId="{ED136A99-5D7D-44D3-A4E5-1F6BDF139898}" srcOrd="4" destOrd="0" parTransId="{C2692F9E-3DD7-45A6-92AC-2D49A8B285BC}" sibTransId="{75CED1A5-FD3B-467E-AC27-BCD3C85036B0}"/>
    <dgm:cxn modelId="{F494F272-B8EE-4A61-9204-1A075CD32FA0}" type="presOf" srcId="{164A25FA-E68D-4248-A560-A54E574F5590}" destId="{43B9DA40-CA8A-42D8-B199-E48AC09462D4}" srcOrd="0" destOrd="0" presId="urn:microsoft.com/office/officeart/2005/8/layout/list1"/>
    <dgm:cxn modelId="{10148973-A369-45DF-AAC9-144103B55582}" type="presOf" srcId="{9C1B6EA9-38DC-4576-8691-41E9FC54DFF2}" destId="{26A77A7A-4439-4DDF-8EB5-C25B13647858}" srcOrd="0" destOrd="0" presId="urn:microsoft.com/office/officeart/2005/8/layout/list1"/>
    <dgm:cxn modelId="{91993D55-29FA-4698-B46A-9836BD73F9A7}" srcId="{9C1B6EA9-38DC-4576-8691-41E9FC54DFF2}" destId="{AF193C9F-3138-4D86-816E-5A8714960227}" srcOrd="2" destOrd="0" parTransId="{54ED82E7-CCA3-4510-9BEF-31C35B34C8DE}" sibTransId="{BAF2929B-CE6E-4C0B-90D7-1A4008FE99F5}"/>
    <dgm:cxn modelId="{AEB20D7D-D7A4-45B5-819C-91A53C2AF6E2}" srcId="{9C1B6EA9-38DC-4576-8691-41E9FC54DFF2}" destId="{A78CAFCC-59D1-40B1-8964-38138BAC0DCE}" srcOrd="1" destOrd="0" parTransId="{76BACE79-2127-4B0F-9FBF-A9C2E87C514D}" sibTransId="{269C5080-81D2-4B7C-BFED-751FCF655685}"/>
    <dgm:cxn modelId="{CC41AF8E-C613-4DD1-9780-5545CEB86113}" type="presOf" srcId="{D256F747-5D5B-458B-A1E8-8EB25B5002F5}" destId="{CD9AED1B-4412-4D2A-B159-3F0F9869D941}" srcOrd="1" destOrd="0" presId="urn:microsoft.com/office/officeart/2005/8/layout/list1"/>
    <dgm:cxn modelId="{4E868296-CE06-481D-8CF7-228366D9C1CD}" srcId="{9C1B6EA9-38DC-4576-8691-41E9FC54DFF2}" destId="{ED5AEA08-DD49-4DF4-9067-C66A8884770D}" srcOrd="3" destOrd="0" parTransId="{A9717996-BBE6-42D1-BB04-C5FE06A2D9C0}" sibTransId="{23A2ABB4-9679-4357-84E2-3F68513446A8}"/>
    <dgm:cxn modelId="{6418C39A-C39D-451D-988E-DE91122187D9}" type="presOf" srcId="{ED136A99-5D7D-44D3-A4E5-1F6BDF139898}" destId="{FB3D385D-8E52-419E-A87F-BF21F18AF4AC}" srcOrd="0" destOrd="0" presId="urn:microsoft.com/office/officeart/2005/8/layout/list1"/>
    <dgm:cxn modelId="{F7146B9F-730A-4C36-93D2-1DF5FFE34D66}" srcId="{9C1B6EA9-38DC-4576-8691-41E9FC54DFF2}" destId="{78B46F16-9C7F-4FAF-9923-1CF17B57BDD1}" srcOrd="0" destOrd="0" parTransId="{60B23EA1-90EC-41F4-B788-F8C439745CF1}" sibTransId="{66F37B9E-140B-47CF-ADE8-860E5D9D9136}"/>
    <dgm:cxn modelId="{9DBC96C1-4DFF-4715-AA4C-D652EF7787C8}" type="presOf" srcId="{BF80C698-67A3-4743-8E0E-90FF9FA262F7}" destId="{1EDD140A-CCEB-4BBB-9698-65104E9B41E7}" srcOrd="0" destOrd="0" presId="urn:microsoft.com/office/officeart/2005/8/layout/list1"/>
    <dgm:cxn modelId="{B358E8C2-FB86-4B08-B8E1-3BFA41A2860F}" type="presOf" srcId="{AF193C9F-3138-4D86-816E-5A8714960227}" destId="{F59A54E6-EC43-4525-973F-62DAC57FB455}" srcOrd="0" destOrd="0" presId="urn:microsoft.com/office/officeart/2005/8/layout/list1"/>
    <dgm:cxn modelId="{B81DF6CD-4E71-447F-A07C-A460899D865C}" srcId="{A78CAFCC-59D1-40B1-8964-38138BAC0DCE}" destId="{BF80C698-67A3-4743-8E0E-90FF9FA262F7}" srcOrd="0" destOrd="0" parTransId="{A4CDA1A2-F013-4010-AF48-33271FCE7671}" sibTransId="{B0A3CC04-1660-4896-BCAF-612BDF8EFDD7}"/>
    <dgm:cxn modelId="{0F5619CE-D3D8-4231-9279-827998A867A4}" srcId="{9C1B6EA9-38DC-4576-8691-41E9FC54DFF2}" destId="{D256F747-5D5B-458B-A1E8-8EB25B5002F5}" srcOrd="5" destOrd="0" parTransId="{DD684F9F-C7D9-48FA-9058-DD04844A0870}" sibTransId="{5E99EA57-72F7-4146-8FA0-47F1D4EFD312}"/>
    <dgm:cxn modelId="{6BE1CDCE-ECF5-43A8-A279-C881F9CC1FD5}" srcId="{78B46F16-9C7F-4FAF-9923-1CF17B57BDD1}" destId="{3B525CD1-1C36-4599-805D-6D2B8F9B0E08}" srcOrd="0" destOrd="0" parTransId="{EFEB3881-0912-44D3-B5E5-B1618F684088}" sibTransId="{3E87EE91-860E-4CDC-8366-3A94BE0B7EF4}"/>
    <dgm:cxn modelId="{FC07D2D2-C179-4DB2-A240-765D6AC4DB60}" srcId="{D256F747-5D5B-458B-A1E8-8EB25B5002F5}" destId="{948C9DBF-610D-44A2-877F-27FC393F811A}" srcOrd="0" destOrd="0" parTransId="{615AFCD3-B6DF-4C88-828D-9326D71FAD70}" sibTransId="{A86331B0-7044-4344-93C4-40EEDDE74BD5}"/>
    <dgm:cxn modelId="{51FDE4D5-AD97-4A63-A4E2-F14A671D7C50}" type="presOf" srcId="{78B46F16-9C7F-4FAF-9923-1CF17B57BDD1}" destId="{6BAAD05E-521C-473C-820F-06C508248263}" srcOrd="1" destOrd="0" presId="urn:microsoft.com/office/officeart/2005/8/layout/list1"/>
    <dgm:cxn modelId="{E6F288D6-6654-4660-820D-D39C7CE6551D}" type="presOf" srcId="{ED5AEA08-DD49-4DF4-9067-C66A8884770D}" destId="{E2F48337-4012-456B-B625-A2D110FA9925}" srcOrd="1" destOrd="0" presId="urn:microsoft.com/office/officeart/2005/8/layout/list1"/>
    <dgm:cxn modelId="{B0BCA5D9-E422-4D38-9BD2-E5392DEA1529}" type="presOf" srcId="{948C9DBF-610D-44A2-877F-27FC393F811A}" destId="{AE281BA5-A593-4370-B89A-71904292E624}" srcOrd="0" destOrd="0" presId="urn:microsoft.com/office/officeart/2005/8/layout/list1"/>
    <dgm:cxn modelId="{049595F4-8F4F-46C3-8559-7B4692D03876}" type="presOf" srcId="{D256F747-5D5B-458B-A1E8-8EB25B5002F5}" destId="{CD9C1B2D-A000-46C1-A177-37D9039B7B87}" srcOrd="0" destOrd="0" presId="urn:microsoft.com/office/officeart/2005/8/layout/list1"/>
    <dgm:cxn modelId="{624431F5-DBF0-4355-84F7-36684A60D61F}" srcId="{ED136A99-5D7D-44D3-A4E5-1F6BDF139898}" destId="{164A25FA-E68D-4248-A560-A54E574F5590}" srcOrd="0" destOrd="0" parTransId="{8602A7DB-9360-4AEF-8A34-1DFB3731CBE9}" sibTransId="{C40B3CD1-C0B6-4FD0-B373-9F226E401BE6}"/>
    <dgm:cxn modelId="{E5189DFD-E614-42CC-8055-6099A6D9E689}" type="presOf" srcId="{AF193C9F-3138-4D86-816E-5A8714960227}" destId="{715B25C5-6B10-4BF2-B127-924E2B956B2C}" srcOrd="1" destOrd="0" presId="urn:microsoft.com/office/officeart/2005/8/layout/list1"/>
    <dgm:cxn modelId="{5253D711-239E-4E51-A17C-5F31EC29C974}" type="presParOf" srcId="{26A77A7A-4439-4DDF-8EB5-C25B13647858}" destId="{D7347999-B463-4FAD-BE62-B04DAA56ACD0}" srcOrd="0" destOrd="0" presId="urn:microsoft.com/office/officeart/2005/8/layout/list1"/>
    <dgm:cxn modelId="{5E788E5E-9A8F-469B-AD62-D014D8D41996}" type="presParOf" srcId="{D7347999-B463-4FAD-BE62-B04DAA56ACD0}" destId="{9346E696-5D43-4EC7-A811-53DB610C32C6}" srcOrd="0" destOrd="0" presId="urn:microsoft.com/office/officeart/2005/8/layout/list1"/>
    <dgm:cxn modelId="{DAB27ED0-A199-45F8-A0E1-17059C9F550A}" type="presParOf" srcId="{D7347999-B463-4FAD-BE62-B04DAA56ACD0}" destId="{6BAAD05E-521C-473C-820F-06C508248263}" srcOrd="1" destOrd="0" presId="urn:microsoft.com/office/officeart/2005/8/layout/list1"/>
    <dgm:cxn modelId="{0091B5EF-81FE-4F6E-A9C3-875AC187BBC3}" type="presParOf" srcId="{26A77A7A-4439-4DDF-8EB5-C25B13647858}" destId="{790A3C80-8A6F-4E42-AA67-36EBFE96D31E}" srcOrd="1" destOrd="0" presId="urn:microsoft.com/office/officeart/2005/8/layout/list1"/>
    <dgm:cxn modelId="{6EE22077-8F72-4209-BD68-F0DDC5EE4C96}" type="presParOf" srcId="{26A77A7A-4439-4DDF-8EB5-C25B13647858}" destId="{F528BE3A-A943-4D5C-B392-D32B0433EC35}" srcOrd="2" destOrd="0" presId="urn:microsoft.com/office/officeart/2005/8/layout/list1"/>
    <dgm:cxn modelId="{63E059D5-83CD-4381-A168-D1B019B83BDA}" type="presParOf" srcId="{26A77A7A-4439-4DDF-8EB5-C25B13647858}" destId="{0D51B389-8847-46FD-B973-8C06F3DA29A2}" srcOrd="3" destOrd="0" presId="urn:microsoft.com/office/officeart/2005/8/layout/list1"/>
    <dgm:cxn modelId="{8ECD23A7-6FDA-4C06-96B1-7F2990F1DA27}" type="presParOf" srcId="{26A77A7A-4439-4DDF-8EB5-C25B13647858}" destId="{E8A4C604-08F3-41E2-A989-A62251364872}" srcOrd="4" destOrd="0" presId="urn:microsoft.com/office/officeart/2005/8/layout/list1"/>
    <dgm:cxn modelId="{73B47BF2-FB7C-406E-A738-A67790629C03}" type="presParOf" srcId="{E8A4C604-08F3-41E2-A989-A62251364872}" destId="{D3822795-F1C8-457E-B6A3-A7C74AD353E4}" srcOrd="0" destOrd="0" presId="urn:microsoft.com/office/officeart/2005/8/layout/list1"/>
    <dgm:cxn modelId="{ED696CA0-C2CD-44B7-81FE-43A978F3B223}" type="presParOf" srcId="{E8A4C604-08F3-41E2-A989-A62251364872}" destId="{31C067C8-728B-418A-A6E4-52D959F2431A}" srcOrd="1" destOrd="0" presId="urn:microsoft.com/office/officeart/2005/8/layout/list1"/>
    <dgm:cxn modelId="{F17E6CEE-8CE0-4DAF-A366-ED2B8E18CC50}" type="presParOf" srcId="{26A77A7A-4439-4DDF-8EB5-C25B13647858}" destId="{03253B36-9CD0-4508-B8AB-82D48F330886}" srcOrd="5" destOrd="0" presId="urn:microsoft.com/office/officeart/2005/8/layout/list1"/>
    <dgm:cxn modelId="{263F782A-C87D-41F3-BD1D-293ED9D12090}" type="presParOf" srcId="{26A77A7A-4439-4DDF-8EB5-C25B13647858}" destId="{1EDD140A-CCEB-4BBB-9698-65104E9B41E7}" srcOrd="6" destOrd="0" presId="urn:microsoft.com/office/officeart/2005/8/layout/list1"/>
    <dgm:cxn modelId="{BB6AD777-74A1-4D75-926E-9BE5266A1974}" type="presParOf" srcId="{26A77A7A-4439-4DDF-8EB5-C25B13647858}" destId="{BA63D845-03B1-4CF8-9DE9-A9180F793CD3}" srcOrd="7" destOrd="0" presId="urn:microsoft.com/office/officeart/2005/8/layout/list1"/>
    <dgm:cxn modelId="{0E493A69-7B0F-4532-B102-D0FBB4198696}" type="presParOf" srcId="{26A77A7A-4439-4DDF-8EB5-C25B13647858}" destId="{29A040B8-3C1E-4B1C-9874-32B0D0127740}" srcOrd="8" destOrd="0" presId="urn:microsoft.com/office/officeart/2005/8/layout/list1"/>
    <dgm:cxn modelId="{65820D0C-319A-4410-BFA7-BA774FD4FC22}" type="presParOf" srcId="{29A040B8-3C1E-4B1C-9874-32B0D0127740}" destId="{F59A54E6-EC43-4525-973F-62DAC57FB455}" srcOrd="0" destOrd="0" presId="urn:microsoft.com/office/officeart/2005/8/layout/list1"/>
    <dgm:cxn modelId="{242D01E5-7BF4-4FD8-A5AC-C56971F5B07E}" type="presParOf" srcId="{29A040B8-3C1E-4B1C-9874-32B0D0127740}" destId="{715B25C5-6B10-4BF2-B127-924E2B956B2C}" srcOrd="1" destOrd="0" presId="urn:microsoft.com/office/officeart/2005/8/layout/list1"/>
    <dgm:cxn modelId="{28F948FF-F361-434A-811C-9DF59AD2F6A1}" type="presParOf" srcId="{26A77A7A-4439-4DDF-8EB5-C25B13647858}" destId="{12C433EF-4CBB-4D32-AF00-3D059939127F}" srcOrd="9" destOrd="0" presId="urn:microsoft.com/office/officeart/2005/8/layout/list1"/>
    <dgm:cxn modelId="{DF91C88C-37BF-45B4-87D6-CF73C19047C8}" type="presParOf" srcId="{26A77A7A-4439-4DDF-8EB5-C25B13647858}" destId="{3D4FF338-E544-4F82-9396-C3B4AF42E8E1}" srcOrd="10" destOrd="0" presId="urn:microsoft.com/office/officeart/2005/8/layout/list1"/>
    <dgm:cxn modelId="{FF631BCF-D6DB-4DDA-8FE4-FF20B57FF6AB}" type="presParOf" srcId="{26A77A7A-4439-4DDF-8EB5-C25B13647858}" destId="{7480C7D4-1A30-4F6D-8401-66EFE7C7791A}" srcOrd="11" destOrd="0" presId="urn:microsoft.com/office/officeart/2005/8/layout/list1"/>
    <dgm:cxn modelId="{948CCA49-42D5-487D-9DBD-652C0CB66F49}" type="presParOf" srcId="{26A77A7A-4439-4DDF-8EB5-C25B13647858}" destId="{0E5511B8-72D8-4105-BB97-ACB0E5EA52B1}" srcOrd="12" destOrd="0" presId="urn:microsoft.com/office/officeart/2005/8/layout/list1"/>
    <dgm:cxn modelId="{CE0E7018-CBA0-4F8D-B21D-EF2DA29C6B99}" type="presParOf" srcId="{0E5511B8-72D8-4105-BB97-ACB0E5EA52B1}" destId="{BAE58F9A-77A5-4FEA-B4F3-C10039978406}" srcOrd="0" destOrd="0" presId="urn:microsoft.com/office/officeart/2005/8/layout/list1"/>
    <dgm:cxn modelId="{BBDEE0FE-47CF-46E1-9255-0ED9EB0D4311}" type="presParOf" srcId="{0E5511B8-72D8-4105-BB97-ACB0E5EA52B1}" destId="{E2F48337-4012-456B-B625-A2D110FA9925}" srcOrd="1" destOrd="0" presId="urn:microsoft.com/office/officeart/2005/8/layout/list1"/>
    <dgm:cxn modelId="{8033EBA2-5B35-4832-AC78-EC626CD667AE}" type="presParOf" srcId="{26A77A7A-4439-4DDF-8EB5-C25B13647858}" destId="{AF4F8054-6454-4A4F-9CEE-70A91E05D748}" srcOrd="13" destOrd="0" presId="urn:microsoft.com/office/officeart/2005/8/layout/list1"/>
    <dgm:cxn modelId="{85B7586F-12AA-42BF-86A1-0D910A7C2D1C}" type="presParOf" srcId="{26A77A7A-4439-4DDF-8EB5-C25B13647858}" destId="{347BD827-9E79-4942-B39A-62A4BD6284C4}" srcOrd="14" destOrd="0" presId="urn:microsoft.com/office/officeart/2005/8/layout/list1"/>
    <dgm:cxn modelId="{E3CB1953-5A71-487C-8A43-C6F0DBB9E16A}" type="presParOf" srcId="{26A77A7A-4439-4DDF-8EB5-C25B13647858}" destId="{F9624E26-E81A-4AE1-82EF-437725E59069}" srcOrd="15" destOrd="0" presId="urn:microsoft.com/office/officeart/2005/8/layout/list1"/>
    <dgm:cxn modelId="{531BC31D-CCD0-4136-AC8D-768BF0325250}" type="presParOf" srcId="{26A77A7A-4439-4DDF-8EB5-C25B13647858}" destId="{490DD3E4-6277-4697-A3D7-FD95A52D19E4}" srcOrd="16" destOrd="0" presId="urn:microsoft.com/office/officeart/2005/8/layout/list1"/>
    <dgm:cxn modelId="{7546024C-D844-48AF-B977-354B1B0FB1F2}" type="presParOf" srcId="{490DD3E4-6277-4697-A3D7-FD95A52D19E4}" destId="{FB3D385D-8E52-419E-A87F-BF21F18AF4AC}" srcOrd="0" destOrd="0" presId="urn:microsoft.com/office/officeart/2005/8/layout/list1"/>
    <dgm:cxn modelId="{08BBAE7A-AFAC-465A-AF90-604CB4B1B872}" type="presParOf" srcId="{490DD3E4-6277-4697-A3D7-FD95A52D19E4}" destId="{B6D0378C-EA1B-407F-A874-FF48EAE057F8}" srcOrd="1" destOrd="0" presId="urn:microsoft.com/office/officeart/2005/8/layout/list1"/>
    <dgm:cxn modelId="{F5B5ACEF-F59F-4D21-B87B-5E879A14B499}" type="presParOf" srcId="{26A77A7A-4439-4DDF-8EB5-C25B13647858}" destId="{C04E350A-C6AD-4DFF-8E03-6FEDAF748E5C}" srcOrd="17" destOrd="0" presId="urn:microsoft.com/office/officeart/2005/8/layout/list1"/>
    <dgm:cxn modelId="{08B4AA67-EEAE-4C3C-AD25-6755CEF84331}" type="presParOf" srcId="{26A77A7A-4439-4DDF-8EB5-C25B13647858}" destId="{43B9DA40-CA8A-42D8-B199-E48AC09462D4}" srcOrd="18" destOrd="0" presId="urn:microsoft.com/office/officeart/2005/8/layout/list1"/>
    <dgm:cxn modelId="{747AB8F0-5EAA-4D58-B905-DA28CFCECFB2}" type="presParOf" srcId="{26A77A7A-4439-4DDF-8EB5-C25B13647858}" destId="{B8FD9B02-4210-451F-8B32-433EAC196EC6}" srcOrd="19" destOrd="0" presId="urn:microsoft.com/office/officeart/2005/8/layout/list1"/>
    <dgm:cxn modelId="{49F613D9-D19E-4124-9FC6-549BE28BD17E}" type="presParOf" srcId="{26A77A7A-4439-4DDF-8EB5-C25B13647858}" destId="{2DD8A67E-1BEB-40FF-9687-CDE44C246AD9}" srcOrd="20" destOrd="0" presId="urn:microsoft.com/office/officeart/2005/8/layout/list1"/>
    <dgm:cxn modelId="{A2F99E42-818E-406E-87F9-742663E07735}" type="presParOf" srcId="{2DD8A67E-1BEB-40FF-9687-CDE44C246AD9}" destId="{CD9C1B2D-A000-46C1-A177-37D9039B7B87}" srcOrd="0" destOrd="0" presId="urn:microsoft.com/office/officeart/2005/8/layout/list1"/>
    <dgm:cxn modelId="{1FB7C2A3-57A0-4B4B-BE0B-AE15FA17F398}" type="presParOf" srcId="{2DD8A67E-1BEB-40FF-9687-CDE44C246AD9}" destId="{CD9AED1B-4412-4D2A-B159-3F0F9869D941}" srcOrd="1" destOrd="0" presId="urn:microsoft.com/office/officeart/2005/8/layout/list1"/>
    <dgm:cxn modelId="{5A5D3176-6FF7-4430-AE9D-346F6A890A08}" type="presParOf" srcId="{26A77A7A-4439-4DDF-8EB5-C25B13647858}" destId="{9936A3A4-5BC6-48B9-8FD3-B50FE7185998}" srcOrd="21" destOrd="0" presId="urn:microsoft.com/office/officeart/2005/8/layout/list1"/>
    <dgm:cxn modelId="{6B34F49F-8C6C-42B0-AE0D-542F794E77F2}" type="presParOf" srcId="{26A77A7A-4439-4DDF-8EB5-C25B13647858}" destId="{AE281BA5-A593-4370-B89A-71904292E624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EE4DD15-6A50-44BB-9FF6-5C19A205D0E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521EDB5-A567-40A9-B9B6-7AA2D650CA88}">
      <dgm:prSet phldrT="[Text]"/>
      <dgm:spPr/>
      <dgm:t>
        <a:bodyPr/>
        <a:lstStyle/>
        <a:p>
          <a:r>
            <a:rPr lang="en-GB" dirty="0"/>
            <a:t>Recorded Presentation</a:t>
          </a:r>
        </a:p>
      </dgm:t>
    </dgm:pt>
    <dgm:pt modelId="{8CD05FBA-EEE1-42F9-8890-B59E9550B1D0}" type="parTrans" cxnId="{37868081-EE9F-403A-8065-BE0CED9ADF91}">
      <dgm:prSet/>
      <dgm:spPr/>
      <dgm:t>
        <a:bodyPr/>
        <a:lstStyle/>
        <a:p>
          <a:endParaRPr lang="en-GB"/>
        </a:p>
      </dgm:t>
    </dgm:pt>
    <dgm:pt modelId="{782C6129-0907-4855-9024-1CF1AF419A72}" type="sibTrans" cxnId="{37868081-EE9F-403A-8065-BE0CED9ADF91}">
      <dgm:prSet/>
      <dgm:spPr/>
      <dgm:t>
        <a:bodyPr/>
        <a:lstStyle/>
        <a:p>
          <a:endParaRPr lang="en-GB"/>
        </a:p>
      </dgm:t>
    </dgm:pt>
    <dgm:pt modelId="{415C480B-5793-4C3F-956E-3ACB03C2618A}">
      <dgm:prSet phldrT="[Text]"/>
      <dgm:spPr/>
      <dgm:t>
        <a:bodyPr/>
        <a:lstStyle/>
        <a:p>
          <a:r>
            <a:rPr lang="en-GB"/>
            <a:t>Dissertation</a:t>
          </a:r>
          <a:endParaRPr lang="en-GB" dirty="0"/>
        </a:p>
      </dgm:t>
    </dgm:pt>
    <dgm:pt modelId="{94EBACC0-0089-4879-B3ED-2A2EED4B8384}" type="parTrans" cxnId="{C8B15B89-8B62-44C8-BF8D-4B28E235A99A}">
      <dgm:prSet/>
      <dgm:spPr/>
      <dgm:t>
        <a:bodyPr/>
        <a:lstStyle/>
        <a:p>
          <a:endParaRPr lang="en-GB"/>
        </a:p>
      </dgm:t>
    </dgm:pt>
    <dgm:pt modelId="{3AEA7A77-3E88-4F0C-A220-95DDACFB07CF}" type="sibTrans" cxnId="{C8B15B89-8B62-44C8-BF8D-4B28E235A99A}">
      <dgm:prSet/>
      <dgm:spPr/>
      <dgm:t>
        <a:bodyPr/>
        <a:lstStyle/>
        <a:p>
          <a:endParaRPr lang="en-GB"/>
        </a:p>
      </dgm:t>
    </dgm:pt>
    <dgm:pt modelId="{060CA114-EC64-4B5B-B6CB-CCFA1DA982B5}" type="pres">
      <dgm:prSet presAssocID="{0EE4DD15-6A50-44BB-9FF6-5C19A205D0E6}" presName="Name0" presStyleCnt="0">
        <dgm:presLayoutVars>
          <dgm:chMax val="7"/>
          <dgm:chPref val="7"/>
          <dgm:dir/>
        </dgm:presLayoutVars>
      </dgm:prSet>
      <dgm:spPr/>
    </dgm:pt>
    <dgm:pt modelId="{414D10B3-36D6-4C6E-A43B-3AC58EF9B684}" type="pres">
      <dgm:prSet presAssocID="{0EE4DD15-6A50-44BB-9FF6-5C19A205D0E6}" presName="Name1" presStyleCnt="0"/>
      <dgm:spPr/>
    </dgm:pt>
    <dgm:pt modelId="{E9F09096-5EFD-4338-8A3D-8B60C6B41467}" type="pres">
      <dgm:prSet presAssocID="{0EE4DD15-6A50-44BB-9FF6-5C19A205D0E6}" presName="cycle" presStyleCnt="0"/>
      <dgm:spPr/>
    </dgm:pt>
    <dgm:pt modelId="{0DD7998B-AD56-4A90-BC55-C0D117B685C2}" type="pres">
      <dgm:prSet presAssocID="{0EE4DD15-6A50-44BB-9FF6-5C19A205D0E6}" presName="srcNode" presStyleLbl="node1" presStyleIdx="0" presStyleCnt="2"/>
      <dgm:spPr/>
    </dgm:pt>
    <dgm:pt modelId="{BDE77FF7-39CF-4218-BE01-53FCDCDC6734}" type="pres">
      <dgm:prSet presAssocID="{0EE4DD15-6A50-44BB-9FF6-5C19A205D0E6}" presName="conn" presStyleLbl="parChTrans1D2" presStyleIdx="0" presStyleCnt="1"/>
      <dgm:spPr/>
    </dgm:pt>
    <dgm:pt modelId="{78BFDAF5-9A66-4C69-831A-31C7CB5731AB}" type="pres">
      <dgm:prSet presAssocID="{0EE4DD15-6A50-44BB-9FF6-5C19A205D0E6}" presName="extraNode" presStyleLbl="node1" presStyleIdx="0" presStyleCnt="2"/>
      <dgm:spPr/>
    </dgm:pt>
    <dgm:pt modelId="{C60E3276-9811-4B46-8182-ECF10ED49013}" type="pres">
      <dgm:prSet presAssocID="{0EE4DD15-6A50-44BB-9FF6-5C19A205D0E6}" presName="dstNode" presStyleLbl="node1" presStyleIdx="0" presStyleCnt="2"/>
      <dgm:spPr/>
    </dgm:pt>
    <dgm:pt modelId="{36F96709-29A7-4B3E-9B22-44EC5ED57011}" type="pres">
      <dgm:prSet presAssocID="{A521EDB5-A567-40A9-B9B6-7AA2D650CA88}" presName="text_1" presStyleLbl="node1" presStyleIdx="0" presStyleCnt="2">
        <dgm:presLayoutVars>
          <dgm:bulletEnabled val="1"/>
        </dgm:presLayoutVars>
      </dgm:prSet>
      <dgm:spPr/>
    </dgm:pt>
    <dgm:pt modelId="{ACA5A1F4-30CA-4755-99CB-57B4DE32E94C}" type="pres">
      <dgm:prSet presAssocID="{A521EDB5-A567-40A9-B9B6-7AA2D650CA88}" presName="accent_1" presStyleCnt="0"/>
      <dgm:spPr/>
    </dgm:pt>
    <dgm:pt modelId="{A82EB15C-6ABA-4235-BC73-A7265EC511C9}" type="pres">
      <dgm:prSet presAssocID="{A521EDB5-A567-40A9-B9B6-7AA2D650CA88}" presName="accentRepeatNode" presStyleLbl="solidFgAcc1" presStyleIdx="0" presStyleCnt="2"/>
      <dgm:spPr/>
    </dgm:pt>
    <dgm:pt modelId="{41F5C05D-C73E-49BC-A7A6-8B7FBBCAF0F7}" type="pres">
      <dgm:prSet presAssocID="{415C480B-5793-4C3F-956E-3ACB03C2618A}" presName="text_2" presStyleLbl="node1" presStyleIdx="1" presStyleCnt="2">
        <dgm:presLayoutVars>
          <dgm:bulletEnabled val="1"/>
        </dgm:presLayoutVars>
      </dgm:prSet>
      <dgm:spPr/>
    </dgm:pt>
    <dgm:pt modelId="{E1E53483-C22D-4C27-B49D-781E25AF9E85}" type="pres">
      <dgm:prSet presAssocID="{415C480B-5793-4C3F-956E-3ACB03C2618A}" presName="accent_2" presStyleCnt="0"/>
      <dgm:spPr/>
    </dgm:pt>
    <dgm:pt modelId="{C7CD0E80-0870-408A-870F-70AC519E637F}" type="pres">
      <dgm:prSet presAssocID="{415C480B-5793-4C3F-956E-3ACB03C2618A}" presName="accentRepeatNode" presStyleLbl="solidFgAcc1" presStyleIdx="1" presStyleCnt="2"/>
      <dgm:spPr/>
    </dgm:pt>
  </dgm:ptLst>
  <dgm:cxnLst>
    <dgm:cxn modelId="{6967DD54-AE9E-41A9-B529-6FD9445396F2}" type="presOf" srcId="{415C480B-5793-4C3F-956E-3ACB03C2618A}" destId="{41F5C05D-C73E-49BC-A7A6-8B7FBBCAF0F7}" srcOrd="0" destOrd="0" presId="urn:microsoft.com/office/officeart/2008/layout/VerticalCurvedList"/>
    <dgm:cxn modelId="{37868081-EE9F-403A-8065-BE0CED9ADF91}" srcId="{0EE4DD15-6A50-44BB-9FF6-5C19A205D0E6}" destId="{A521EDB5-A567-40A9-B9B6-7AA2D650CA88}" srcOrd="0" destOrd="0" parTransId="{8CD05FBA-EEE1-42F9-8890-B59E9550B1D0}" sibTransId="{782C6129-0907-4855-9024-1CF1AF419A72}"/>
    <dgm:cxn modelId="{C8B15B89-8B62-44C8-BF8D-4B28E235A99A}" srcId="{0EE4DD15-6A50-44BB-9FF6-5C19A205D0E6}" destId="{415C480B-5793-4C3F-956E-3ACB03C2618A}" srcOrd="1" destOrd="0" parTransId="{94EBACC0-0089-4879-B3ED-2A2EED4B8384}" sibTransId="{3AEA7A77-3E88-4F0C-A220-95DDACFB07CF}"/>
    <dgm:cxn modelId="{BCD2A591-9AC0-40A5-983D-E5E9C8DAE5DB}" type="presOf" srcId="{782C6129-0907-4855-9024-1CF1AF419A72}" destId="{BDE77FF7-39CF-4218-BE01-53FCDCDC6734}" srcOrd="0" destOrd="0" presId="urn:microsoft.com/office/officeart/2008/layout/VerticalCurvedList"/>
    <dgm:cxn modelId="{E76600A6-7AB5-4135-AFB9-3E1A32D0C646}" type="presOf" srcId="{0EE4DD15-6A50-44BB-9FF6-5C19A205D0E6}" destId="{060CA114-EC64-4B5B-B6CB-CCFA1DA982B5}" srcOrd="0" destOrd="0" presId="urn:microsoft.com/office/officeart/2008/layout/VerticalCurvedList"/>
    <dgm:cxn modelId="{0FD8DCFE-7EB8-49E4-B2B0-DD309FF1DD91}" type="presOf" srcId="{A521EDB5-A567-40A9-B9B6-7AA2D650CA88}" destId="{36F96709-29A7-4B3E-9B22-44EC5ED57011}" srcOrd="0" destOrd="0" presId="urn:microsoft.com/office/officeart/2008/layout/VerticalCurvedList"/>
    <dgm:cxn modelId="{F4AF4617-A953-4914-BB0E-A4F5A7DEC42D}" type="presParOf" srcId="{060CA114-EC64-4B5B-B6CB-CCFA1DA982B5}" destId="{414D10B3-36D6-4C6E-A43B-3AC58EF9B684}" srcOrd="0" destOrd="0" presId="urn:microsoft.com/office/officeart/2008/layout/VerticalCurvedList"/>
    <dgm:cxn modelId="{60D7E15E-A892-40F4-8DAD-931C792D936B}" type="presParOf" srcId="{414D10B3-36D6-4C6E-A43B-3AC58EF9B684}" destId="{E9F09096-5EFD-4338-8A3D-8B60C6B41467}" srcOrd="0" destOrd="0" presId="urn:microsoft.com/office/officeart/2008/layout/VerticalCurvedList"/>
    <dgm:cxn modelId="{AB8E2EFC-B78A-426E-BF2B-0651D585C373}" type="presParOf" srcId="{E9F09096-5EFD-4338-8A3D-8B60C6B41467}" destId="{0DD7998B-AD56-4A90-BC55-C0D117B685C2}" srcOrd="0" destOrd="0" presId="urn:microsoft.com/office/officeart/2008/layout/VerticalCurvedList"/>
    <dgm:cxn modelId="{8A5C21C8-A269-4D87-BFED-9455C50FD139}" type="presParOf" srcId="{E9F09096-5EFD-4338-8A3D-8B60C6B41467}" destId="{BDE77FF7-39CF-4218-BE01-53FCDCDC6734}" srcOrd="1" destOrd="0" presId="urn:microsoft.com/office/officeart/2008/layout/VerticalCurvedList"/>
    <dgm:cxn modelId="{E9633158-E5B1-4F90-AAFE-523CB60D6BD5}" type="presParOf" srcId="{E9F09096-5EFD-4338-8A3D-8B60C6B41467}" destId="{78BFDAF5-9A66-4C69-831A-31C7CB5731AB}" srcOrd="2" destOrd="0" presId="urn:microsoft.com/office/officeart/2008/layout/VerticalCurvedList"/>
    <dgm:cxn modelId="{FA8D4359-9460-4BC8-AD2A-48AD86C6F371}" type="presParOf" srcId="{E9F09096-5EFD-4338-8A3D-8B60C6B41467}" destId="{C60E3276-9811-4B46-8182-ECF10ED49013}" srcOrd="3" destOrd="0" presId="urn:microsoft.com/office/officeart/2008/layout/VerticalCurvedList"/>
    <dgm:cxn modelId="{F4F99A02-184A-4251-A38B-470B5EFFF0DE}" type="presParOf" srcId="{414D10B3-36D6-4C6E-A43B-3AC58EF9B684}" destId="{36F96709-29A7-4B3E-9B22-44EC5ED57011}" srcOrd="1" destOrd="0" presId="urn:microsoft.com/office/officeart/2008/layout/VerticalCurvedList"/>
    <dgm:cxn modelId="{7C7069BE-A2CA-40F3-8A3A-454663DAEE09}" type="presParOf" srcId="{414D10B3-36D6-4C6E-A43B-3AC58EF9B684}" destId="{ACA5A1F4-30CA-4755-99CB-57B4DE32E94C}" srcOrd="2" destOrd="0" presId="urn:microsoft.com/office/officeart/2008/layout/VerticalCurvedList"/>
    <dgm:cxn modelId="{71984157-FE82-4909-914E-9EC37FAEC6BF}" type="presParOf" srcId="{ACA5A1F4-30CA-4755-99CB-57B4DE32E94C}" destId="{A82EB15C-6ABA-4235-BC73-A7265EC511C9}" srcOrd="0" destOrd="0" presId="urn:microsoft.com/office/officeart/2008/layout/VerticalCurvedList"/>
    <dgm:cxn modelId="{2596A17D-EA33-4E83-9494-EF0ED1965EE0}" type="presParOf" srcId="{414D10B3-36D6-4C6E-A43B-3AC58EF9B684}" destId="{41F5C05D-C73E-49BC-A7A6-8B7FBBCAF0F7}" srcOrd="3" destOrd="0" presId="urn:microsoft.com/office/officeart/2008/layout/VerticalCurvedList"/>
    <dgm:cxn modelId="{6E9F90F1-54BE-4E4B-90B8-410AF0BF4BD9}" type="presParOf" srcId="{414D10B3-36D6-4C6E-A43B-3AC58EF9B684}" destId="{E1E53483-C22D-4C27-B49D-781E25AF9E85}" srcOrd="4" destOrd="0" presId="urn:microsoft.com/office/officeart/2008/layout/VerticalCurvedList"/>
    <dgm:cxn modelId="{D7620F01-EC6F-4927-A027-EB543601A356}" type="presParOf" srcId="{E1E53483-C22D-4C27-B49D-781E25AF9E85}" destId="{C7CD0E80-0870-408A-870F-70AC519E637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EE4DD15-6A50-44BB-9FF6-5C19A205D0E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DC195B9-9C5F-4765-9284-0EADDE5F0B76}">
      <dgm:prSet phldrT="[Text]"/>
      <dgm:spPr/>
      <dgm:t>
        <a:bodyPr/>
        <a:lstStyle/>
        <a:p>
          <a:r>
            <a:rPr lang="en-GB" dirty="0"/>
            <a:t>Research Ethics</a:t>
          </a:r>
        </a:p>
      </dgm:t>
    </dgm:pt>
    <dgm:pt modelId="{2AEDA446-2041-4A21-8731-9F7E49BF10B1}" type="parTrans" cxnId="{AA624EA8-B695-4BFF-A3ED-118D9CBFDA10}">
      <dgm:prSet/>
      <dgm:spPr/>
      <dgm:t>
        <a:bodyPr/>
        <a:lstStyle/>
        <a:p>
          <a:endParaRPr lang="en-GB"/>
        </a:p>
      </dgm:t>
    </dgm:pt>
    <dgm:pt modelId="{A1DBEC54-C911-4A5D-B960-6CCBA73723D3}" type="sibTrans" cxnId="{AA624EA8-B695-4BFF-A3ED-118D9CBFDA10}">
      <dgm:prSet/>
      <dgm:spPr/>
      <dgm:t>
        <a:bodyPr/>
        <a:lstStyle/>
        <a:p>
          <a:endParaRPr lang="en-GB"/>
        </a:p>
      </dgm:t>
    </dgm:pt>
    <dgm:pt modelId="{11211BA8-1B53-4CB8-A936-AEC3F0D7D3AE}">
      <dgm:prSet phldrT="[Text]"/>
      <dgm:spPr/>
      <dgm:t>
        <a:bodyPr/>
        <a:lstStyle/>
        <a:p>
          <a:r>
            <a:rPr lang="en-GB" dirty="0"/>
            <a:t>Live Q&amp;A</a:t>
          </a:r>
        </a:p>
      </dgm:t>
    </dgm:pt>
    <dgm:pt modelId="{98D2125E-1F6B-439A-ACA1-F9F64B09994A}" type="parTrans" cxnId="{2E6F3180-862B-4888-8FC1-D7BAF153D399}">
      <dgm:prSet/>
      <dgm:spPr/>
      <dgm:t>
        <a:bodyPr/>
        <a:lstStyle/>
        <a:p>
          <a:endParaRPr lang="en-GB"/>
        </a:p>
      </dgm:t>
    </dgm:pt>
    <dgm:pt modelId="{FDF972C0-6905-471E-9504-D201E909CF05}" type="sibTrans" cxnId="{2E6F3180-862B-4888-8FC1-D7BAF153D399}">
      <dgm:prSet/>
      <dgm:spPr/>
      <dgm:t>
        <a:bodyPr/>
        <a:lstStyle/>
        <a:p>
          <a:endParaRPr lang="en-GB"/>
        </a:p>
      </dgm:t>
    </dgm:pt>
    <dgm:pt modelId="{AA92A189-6757-4035-8EA7-6131FE31098B}">
      <dgm:prSet phldrT="[Text]"/>
      <dgm:spPr/>
      <dgm:t>
        <a:bodyPr/>
        <a:lstStyle/>
        <a:p>
          <a:r>
            <a:rPr lang="en-GB" dirty="0"/>
            <a:t>Required to pass the module</a:t>
          </a:r>
        </a:p>
      </dgm:t>
    </dgm:pt>
    <dgm:pt modelId="{0F35B137-FD72-4114-8471-CDF5416830CA}" type="parTrans" cxnId="{54B8042D-ED20-4663-9B19-6B8192F4DC75}">
      <dgm:prSet/>
      <dgm:spPr/>
      <dgm:t>
        <a:bodyPr/>
        <a:lstStyle/>
        <a:p>
          <a:endParaRPr lang="en-GB"/>
        </a:p>
      </dgm:t>
    </dgm:pt>
    <dgm:pt modelId="{9B6B0359-5E8F-4AC1-AAFF-C1435C759470}" type="sibTrans" cxnId="{54B8042D-ED20-4663-9B19-6B8192F4DC75}">
      <dgm:prSet/>
      <dgm:spPr/>
      <dgm:t>
        <a:bodyPr/>
        <a:lstStyle/>
        <a:p>
          <a:endParaRPr lang="en-GB"/>
        </a:p>
      </dgm:t>
    </dgm:pt>
    <dgm:pt modelId="{403F0392-8728-4961-A278-CBCA319ABD92}">
      <dgm:prSet phldrT="[Text]"/>
      <dgm:spPr/>
      <dgm:t>
        <a:bodyPr/>
        <a:lstStyle/>
        <a:p>
          <a:r>
            <a:rPr lang="en-GB" dirty="0"/>
            <a:t>Before </a:t>
          </a:r>
          <a:r>
            <a:rPr lang="en-GB" dirty="0">
              <a:latin typeface="Arial"/>
            </a:rPr>
            <a:t>16/09/2024</a:t>
          </a:r>
          <a:endParaRPr lang="en-GB" dirty="0"/>
        </a:p>
      </dgm:t>
    </dgm:pt>
    <dgm:pt modelId="{507E64E3-9D11-4EB6-BEA4-57FDB5D432E2}" type="parTrans" cxnId="{F500621B-2D52-490D-BFD2-4238212671F4}">
      <dgm:prSet/>
      <dgm:spPr/>
      <dgm:t>
        <a:bodyPr/>
        <a:lstStyle/>
        <a:p>
          <a:endParaRPr lang="en-GB"/>
        </a:p>
      </dgm:t>
    </dgm:pt>
    <dgm:pt modelId="{20B386AB-13DC-44B3-9606-E47BC9D78B6D}" type="sibTrans" cxnId="{F500621B-2D52-490D-BFD2-4238212671F4}">
      <dgm:prSet/>
      <dgm:spPr/>
      <dgm:t>
        <a:bodyPr/>
        <a:lstStyle/>
        <a:p>
          <a:endParaRPr lang="en-GB"/>
        </a:p>
      </dgm:t>
    </dgm:pt>
    <dgm:pt modelId="{ED105310-31C8-4F25-9F59-216D141E11F0}" type="pres">
      <dgm:prSet presAssocID="{0EE4DD15-6A50-44BB-9FF6-5C19A205D0E6}" presName="Name0" presStyleCnt="0">
        <dgm:presLayoutVars>
          <dgm:dir/>
          <dgm:animLvl val="lvl"/>
          <dgm:resizeHandles val="exact"/>
        </dgm:presLayoutVars>
      </dgm:prSet>
      <dgm:spPr/>
    </dgm:pt>
    <dgm:pt modelId="{10EF5C5F-D90A-48C1-A031-F121FCEDA8EB}" type="pres">
      <dgm:prSet presAssocID="{9DC195B9-9C5F-4765-9284-0EADDE5F0B76}" presName="composite" presStyleCnt="0"/>
      <dgm:spPr/>
    </dgm:pt>
    <dgm:pt modelId="{1D6CB3A5-709F-4B57-8F09-25983B8CB9B7}" type="pres">
      <dgm:prSet presAssocID="{9DC195B9-9C5F-4765-9284-0EADDE5F0B76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DEDED4A-E5BA-410D-9D71-C8EEDF35BC18}" type="pres">
      <dgm:prSet presAssocID="{9DC195B9-9C5F-4765-9284-0EADDE5F0B76}" presName="desTx" presStyleLbl="alignAccFollowNode1" presStyleIdx="0" presStyleCnt="2">
        <dgm:presLayoutVars>
          <dgm:bulletEnabled val="1"/>
        </dgm:presLayoutVars>
      </dgm:prSet>
      <dgm:spPr/>
    </dgm:pt>
    <dgm:pt modelId="{9A46A912-C063-4ACD-8423-430D7B07E2C4}" type="pres">
      <dgm:prSet presAssocID="{A1DBEC54-C911-4A5D-B960-6CCBA73723D3}" presName="space" presStyleCnt="0"/>
      <dgm:spPr/>
    </dgm:pt>
    <dgm:pt modelId="{8685FC90-5AD2-4D78-A769-1B652F2662AE}" type="pres">
      <dgm:prSet presAssocID="{11211BA8-1B53-4CB8-A936-AEC3F0D7D3AE}" presName="composite" presStyleCnt="0"/>
      <dgm:spPr/>
    </dgm:pt>
    <dgm:pt modelId="{D571C5E2-DA96-4CFF-B38B-196635E8554F}" type="pres">
      <dgm:prSet presAssocID="{11211BA8-1B53-4CB8-A936-AEC3F0D7D3A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CB6A5DA5-7216-4C54-ABBE-ADE822EDBB6E}" type="pres">
      <dgm:prSet presAssocID="{11211BA8-1B53-4CB8-A936-AEC3F0D7D3AE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500621B-2D52-490D-BFD2-4238212671F4}" srcId="{11211BA8-1B53-4CB8-A936-AEC3F0D7D3AE}" destId="{403F0392-8728-4961-A278-CBCA319ABD92}" srcOrd="0" destOrd="0" parTransId="{507E64E3-9D11-4EB6-BEA4-57FDB5D432E2}" sibTransId="{20B386AB-13DC-44B3-9606-E47BC9D78B6D}"/>
    <dgm:cxn modelId="{54B8042D-ED20-4663-9B19-6B8192F4DC75}" srcId="{9DC195B9-9C5F-4765-9284-0EADDE5F0B76}" destId="{AA92A189-6757-4035-8EA7-6131FE31098B}" srcOrd="0" destOrd="0" parTransId="{0F35B137-FD72-4114-8471-CDF5416830CA}" sibTransId="{9B6B0359-5E8F-4AC1-AAFF-C1435C759470}"/>
    <dgm:cxn modelId="{A99FC361-1163-4E91-BD38-522C1FFAC223}" type="presOf" srcId="{403F0392-8728-4961-A278-CBCA319ABD92}" destId="{CB6A5DA5-7216-4C54-ABBE-ADE822EDBB6E}" srcOrd="0" destOrd="0" presId="urn:microsoft.com/office/officeart/2005/8/layout/hList1"/>
    <dgm:cxn modelId="{2E6F3180-862B-4888-8FC1-D7BAF153D399}" srcId="{0EE4DD15-6A50-44BB-9FF6-5C19A205D0E6}" destId="{11211BA8-1B53-4CB8-A936-AEC3F0D7D3AE}" srcOrd="1" destOrd="0" parTransId="{98D2125E-1F6B-439A-ACA1-F9F64B09994A}" sibTransId="{FDF972C0-6905-471E-9504-D201E909CF05}"/>
    <dgm:cxn modelId="{EBBEA789-2CE7-4FEC-924A-00D6372A3CEB}" type="presOf" srcId="{AA92A189-6757-4035-8EA7-6131FE31098B}" destId="{7DEDED4A-E5BA-410D-9D71-C8EEDF35BC18}" srcOrd="0" destOrd="0" presId="urn:microsoft.com/office/officeart/2005/8/layout/hList1"/>
    <dgm:cxn modelId="{07BBF49E-7BBF-44C5-B833-082B762F2F9F}" type="presOf" srcId="{0EE4DD15-6A50-44BB-9FF6-5C19A205D0E6}" destId="{ED105310-31C8-4F25-9F59-216D141E11F0}" srcOrd="0" destOrd="0" presId="urn:microsoft.com/office/officeart/2005/8/layout/hList1"/>
    <dgm:cxn modelId="{F68546A2-CC2C-476E-8C72-DD3BDBD581D4}" type="presOf" srcId="{9DC195B9-9C5F-4765-9284-0EADDE5F0B76}" destId="{1D6CB3A5-709F-4B57-8F09-25983B8CB9B7}" srcOrd="0" destOrd="0" presId="urn:microsoft.com/office/officeart/2005/8/layout/hList1"/>
    <dgm:cxn modelId="{E33188A3-4117-4381-8F46-35A77B4B2B8C}" type="presOf" srcId="{11211BA8-1B53-4CB8-A936-AEC3F0D7D3AE}" destId="{D571C5E2-DA96-4CFF-B38B-196635E8554F}" srcOrd="0" destOrd="0" presId="urn:microsoft.com/office/officeart/2005/8/layout/hList1"/>
    <dgm:cxn modelId="{AA624EA8-B695-4BFF-A3ED-118D9CBFDA10}" srcId="{0EE4DD15-6A50-44BB-9FF6-5C19A205D0E6}" destId="{9DC195B9-9C5F-4765-9284-0EADDE5F0B76}" srcOrd="0" destOrd="0" parTransId="{2AEDA446-2041-4A21-8731-9F7E49BF10B1}" sibTransId="{A1DBEC54-C911-4A5D-B960-6CCBA73723D3}"/>
    <dgm:cxn modelId="{98409CD1-102D-4D29-9714-A13B96BF076D}" type="presParOf" srcId="{ED105310-31C8-4F25-9F59-216D141E11F0}" destId="{10EF5C5F-D90A-48C1-A031-F121FCEDA8EB}" srcOrd="0" destOrd="0" presId="urn:microsoft.com/office/officeart/2005/8/layout/hList1"/>
    <dgm:cxn modelId="{C33B3359-2577-4E14-B2C1-3E03F424C5EC}" type="presParOf" srcId="{10EF5C5F-D90A-48C1-A031-F121FCEDA8EB}" destId="{1D6CB3A5-709F-4B57-8F09-25983B8CB9B7}" srcOrd="0" destOrd="0" presId="urn:microsoft.com/office/officeart/2005/8/layout/hList1"/>
    <dgm:cxn modelId="{E337F76E-6E42-4A5F-B4D4-AEE819CBAA03}" type="presParOf" srcId="{10EF5C5F-D90A-48C1-A031-F121FCEDA8EB}" destId="{7DEDED4A-E5BA-410D-9D71-C8EEDF35BC18}" srcOrd="1" destOrd="0" presId="urn:microsoft.com/office/officeart/2005/8/layout/hList1"/>
    <dgm:cxn modelId="{BE04186B-774D-451C-934A-2CAA2C5DEAE5}" type="presParOf" srcId="{ED105310-31C8-4F25-9F59-216D141E11F0}" destId="{9A46A912-C063-4ACD-8423-430D7B07E2C4}" srcOrd="1" destOrd="0" presId="urn:microsoft.com/office/officeart/2005/8/layout/hList1"/>
    <dgm:cxn modelId="{B916DF5D-3BDA-48CB-A3F6-424AD3F39595}" type="presParOf" srcId="{ED105310-31C8-4F25-9F59-216D141E11F0}" destId="{8685FC90-5AD2-4D78-A769-1B652F2662AE}" srcOrd="2" destOrd="0" presId="urn:microsoft.com/office/officeart/2005/8/layout/hList1"/>
    <dgm:cxn modelId="{8AE41F00-31E3-4AE4-A76E-888336ABEBD9}" type="presParOf" srcId="{8685FC90-5AD2-4D78-A769-1B652F2662AE}" destId="{D571C5E2-DA96-4CFF-B38B-196635E8554F}" srcOrd="0" destOrd="0" presId="urn:microsoft.com/office/officeart/2005/8/layout/hList1"/>
    <dgm:cxn modelId="{26235A16-5005-41E5-BD09-E970236D4506}" type="presParOf" srcId="{8685FC90-5AD2-4D78-A769-1B652F2662AE}" destId="{CB6A5DA5-7216-4C54-ABBE-ADE822EDBB6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EE4DD15-6A50-44BB-9FF6-5C19A205D0E6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DC195B9-9C5F-4765-9284-0EADDE5F0B76}">
      <dgm:prSet phldrT="[Text]"/>
      <dgm:spPr/>
      <dgm:t>
        <a:bodyPr/>
        <a:lstStyle/>
        <a:p>
          <a:r>
            <a:rPr lang="en-GB" dirty="0"/>
            <a:t>20%</a:t>
          </a:r>
        </a:p>
      </dgm:t>
    </dgm:pt>
    <dgm:pt modelId="{2AEDA446-2041-4A21-8731-9F7E49BF10B1}" type="parTrans" cxnId="{AA624EA8-B695-4BFF-A3ED-118D9CBFDA10}">
      <dgm:prSet/>
      <dgm:spPr/>
      <dgm:t>
        <a:bodyPr/>
        <a:lstStyle/>
        <a:p>
          <a:endParaRPr lang="en-GB"/>
        </a:p>
      </dgm:t>
    </dgm:pt>
    <dgm:pt modelId="{A1DBEC54-C911-4A5D-B960-6CCBA73723D3}" type="sibTrans" cxnId="{AA624EA8-B695-4BFF-A3ED-118D9CBFDA10}">
      <dgm:prSet/>
      <dgm:spPr/>
      <dgm:t>
        <a:bodyPr/>
        <a:lstStyle/>
        <a:p>
          <a:endParaRPr lang="en-GB"/>
        </a:p>
      </dgm:t>
    </dgm:pt>
    <dgm:pt modelId="{415C480B-5793-4C3F-956E-3ACB03C2618A}">
      <dgm:prSet phldrT="[Text]"/>
      <dgm:spPr/>
      <dgm:t>
        <a:bodyPr/>
        <a:lstStyle/>
        <a:p>
          <a:r>
            <a:rPr lang="en-GB" dirty="0"/>
            <a:t>80%</a:t>
          </a:r>
        </a:p>
      </dgm:t>
    </dgm:pt>
    <dgm:pt modelId="{94EBACC0-0089-4879-B3ED-2A2EED4B8384}" type="parTrans" cxnId="{C8B15B89-8B62-44C8-BF8D-4B28E235A99A}">
      <dgm:prSet/>
      <dgm:spPr/>
      <dgm:t>
        <a:bodyPr/>
        <a:lstStyle/>
        <a:p>
          <a:endParaRPr lang="en-GB"/>
        </a:p>
      </dgm:t>
    </dgm:pt>
    <dgm:pt modelId="{3AEA7A77-3E88-4F0C-A220-95DDACFB07CF}" type="sibTrans" cxnId="{C8B15B89-8B62-44C8-BF8D-4B28E235A99A}">
      <dgm:prSet/>
      <dgm:spPr/>
      <dgm:t>
        <a:bodyPr/>
        <a:lstStyle/>
        <a:p>
          <a:endParaRPr lang="en-GB"/>
        </a:p>
      </dgm:t>
    </dgm:pt>
    <dgm:pt modelId="{A316F407-C162-4C11-957F-D21DAA4DFF8B}">
      <dgm:prSet phldrT="[Text]"/>
      <dgm:spPr/>
      <dgm:t>
        <a:bodyPr/>
        <a:lstStyle/>
        <a:p>
          <a:r>
            <a:rPr lang="en-GB"/>
            <a:t>Presentation + Q&amp;A</a:t>
          </a:r>
          <a:endParaRPr lang="en-GB" dirty="0"/>
        </a:p>
      </dgm:t>
    </dgm:pt>
    <dgm:pt modelId="{03F3DDDF-2AB5-4CE2-8CEE-1F4866E85A89}" type="parTrans" cxnId="{091CA54C-F2C4-4827-B54C-06A022571CEF}">
      <dgm:prSet/>
      <dgm:spPr/>
      <dgm:t>
        <a:bodyPr/>
        <a:lstStyle/>
        <a:p>
          <a:endParaRPr lang="en-GB"/>
        </a:p>
      </dgm:t>
    </dgm:pt>
    <dgm:pt modelId="{4D64367D-2603-4E46-BED4-4F8A8CD0C580}" type="sibTrans" cxnId="{091CA54C-F2C4-4827-B54C-06A022571CEF}">
      <dgm:prSet/>
      <dgm:spPr/>
      <dgm:t>
        <a:bodyPr/>
        <a:lstStyle/>
        <a:p>
          <a:endParaRPr lang="en-GB"/>
        </a:p>
      </dgm:t>
    </dgm:pt>
    <dgm:pt modelId="{8EA832C4-DC67-4D14-80C5-A3FEEA25F3C3}">
      <dgm:prSet phldrT="[Text]"/>
      <dgm:spPr/>
      <dgm:t>
        <a:bodyPr/>
        <a:lstStyle/>
        <a:p>
          <a:r>
            <a:rPr lang="en-GB"/>
            <a:t>Dissertation</a:t>
          </a:r>
          <a:endParaRPr lang="en-GB" dirty="0"/>
        </a:p>
      </dgm:t>
    </dgm:pt>
    <dgm:pt modelId="{92CF32A4-90A1-4C46-ADAC-EC33BCD1CAD8}" type="parTrans" cxnId="{6AF0AC90-5EF9-4408-BEFE-638E24A0C178}">
      <dgm:prSet/>
      <dgm:spPr/>
      <dgm:t>
        <a:bodyPr/>
        <a:lstStyle/>
        <a:p>
          <a:endParaRPr lang="en-GB"/>
        </a:p>
      </dgm:t>
    </dgm:pt>
    <dgm:pt modelId="{7CD76B4F-2567-48D2-A411-C4642DC55B9E}" type="sibTrans" cxnId="{6AF0AC90-5EF9-4408-BEFE-638E24A0C178}">
      <dgm:prSet/>
      <dgm:spPr/>
      <dgm:t>
        <a:bodyPr/>
        <a:lstStyle/>
        <a:p>
          <a:endParaRPr lang="en-GB"/>
        </a:p>
      </dgm:t>
    </dgm:pt>
    <dgm:pt modelId="{FF155E77-332E-4600-9CA1-3408E76F812F}" type="pres">
      <dgm:prSet presAssocID="{0EE4DD15-6A50-44BB-9FF6-5C19A205D0E6}" presName="list" presStyleCnt="0">
        <dgm:presLayoutVars>
          <dgm:dir/>
          <dgm:animLvl val="lvl"/>
        </dgm:presLayoutVars>
      </dgm:prSet>
      <dgm:spPr/>
    </dgm:pt>
    <dgm:pt modelId="{639F9630-4FB0-4B32-9890-419D88B20E20}" type="pres">
      <dgm:prSet presAssocID="{9DC195B9-9C5F-4765-9284-0EADDE5F0B76}" presName="posSpace" presStyleCnt="0"/>
      <dgm:spPr/>
    </dgm:pt>
    <dgm:pt modelId="{32378CC3-27E2-4F46-9422-2B9A1FE41B5D}" type="pres">
      <dgm:prSet presAssocID="{9DC195B9-9C5F-4765-9284-0EADDE5F0B76}" presName="vertFlow" presStyleCnt="0"/>
      <dgm:spPr/>
    </dgm:pt>
    <dgm:pt modelId="{A9DCF27B-8469-4B4B-A3AC-63E5A17A64CE}" type="pres">
      <dgm:prSet presAssocID="{9DC195B9-9C5F-4765-9284-0EADDE5F0B76}" presName="topSpace" presStyleCnt="0"/>
      <dgm:spPr/>
    </dgm:pt>
    <dgm:pt modelId="{BE4F6E65-8E7A-4727-8E42-6464624AD00B}" type="pres">
      <dgm:prSet presAssocID="{9DC195B9-9C5F-4765-9284-0EADDE5F0B76}" presName="firstComp" presStyleCnt="0"/>
      <dgm:spPr/>
    </dgm:pt>
    <dgm:pt modelId="{8E2A9474-9902-44CB-BC53-CB7A4517ADA1}" type="pres">
      <dgm:prSet presAssocID="{9DC195B9-9C5F-4765-9284-0EADDE5F0B76}" presName="firstChild" presStyleLbl="bgAccFollowNode1" presStyleIdx="0" presStyleCnt="2"/>
      <dgm:spPr/>
    </dgm:pt>
    <dgm:pt modelId="{90BDA66F-25D1-476F-8027-95644ECF5EA6}" type="pres">
      <dgm:prSet presAssocID="{9DC195B9-9C5F-4765-9284-0EADDE5F0B76}" presName="firstChildTx" presStyleLbl="bgAccFollowNode1" presStyleIdx="0" presStyleCnt="2">
        <dgm:presLayoutVars>
          <dgm:bulletEnabled val="1"/>
        </dgm:presLayoutVars>
      </dgm:prSet>
      <dgm:spPr/>
    </dgm:pt>
    <dgm:pt modelId="{484BCF51-043E-49F4-A813-B10D1DE643A0}" type="pres">
      <dgm:prSet presAssocID="{9DC195B9-9C5F-4765-9284-0EADDE5F0B76}" presName="negSpace" presStyleCnt="0"/>
      <dgm:spPr/>
    </dgm:pt>
    <dgm:pt modelId="{516CF24A-AA90-4B51-A78B-672369C4EC41}" type="pres">
      <dgm:prSet presAssocID="{9DC195B9-9C5F-4765-9284-0EADDE5F0B76}" presName="circle" presStyleLbl="node1" presStyleIdx="0" presStyleCnt="2"/>
      <dgm:spPr/>
    </dgm:pt>
    <dgm:pt modelId="{C6AEB224-36CF-4C4B-9F94-CFC9015F7681}" type="pres">
      <dgm:prSet presAssocID="{A1DBEC54-C911-4A5D-B960-6CCBA73723D3}" presName="transSpace" presStyleCnt="0"/>
      <dgm:spPr/>
    </dgm:pt>
    <dgm:pt modelId="{8A7566FF-1174-48D9-B940-622DDBA10DF7}" type="pres">
      <dgm:prSet presAssocID="{415C480B-5793-4C3F-956E-3ACB03C2618A}" presName="posSpace" presStyleCnt="0"/>
      <dgm:spPr/>
    </dgm:pt>
    <dgm:pt modelId="{331B10DF-51F7-4148-9930-44D22448D28F}" type="pres">
      <dgm:prSet presAssocID="{415C480B-5793-4C3F-956E-3ACB03C2618A}" presName="vertFlow" presStyleCnt="0"/>
      <dgm:spPr/>
    </dgm:pt>
    <dgm:pt modelId="{4D57094C-CA13-4E24-B07C-791B6D25CB2F}" type="pres">
      <dgm:prSet presAssocID="{415C480B-5793-4C3F-956E-3ACB03C2618A}" presName="topSpace" presStyleCnt="0"/>
      <dgm:spPr/>
    </dgm:pt>
    <dgm:pt modelId="{013A3E05-6C1F-4855-A8CD-763A46CBE039}" type="pres">
      <dgm:prSet presAssocID="{415C480B-5793-4C3F-956E-3ACB03C2618A}" presName="firstComp" presStyleCnt="0"/>
      <dgm:spPr/>
    </dgm:pt>
    <dgm:pt modelId="{EC8096FE-3131-4727-85EE-01CDE1A52FA6}" type="pres">
      <dgm:prSet presAssocID="{415C480B-5793-4C3F-956E-3ACB03C2618A}" presName="firstChild" presStyleLbl="bgAccFollowNode1" presStyleIdx="1" presStyleCnt="2"/>
      <dgm:spPr/>
    </dgm:pt>
    <dgm:pt modelId="{36AC4529-6120-4AB6-BDC1-53CBF13D7651}" type="pres">
      <dgm:prSet presAssocID="{415C480B-5793-4C3F-956E-3ACB03C2618A}" presName="firstChildTx" presStyleLbl="bgAccFollowNode1" presStyleIdx="1" presStyleCnt="2">
        <dgm:presLayoutVars>
          <dgm:bulletEnabled val="1"/>
        </dgm:presLayoutVars>
      </dgm:prSet>
      <dgm:spPr/>
    </dgm:pt>
    <dgm:pt modelId="{E07B3343-4BF5-4DC6-82F7-B4ED5B1B6855}" type="pres">
      <dgm:prSet presAssocID="{415C480B-5793-4C3F-956E-3ACB03C2618A}" presName="negSpace" presStyleCnt="0"/>
      <dgm:spPr/>
    </dgm:pt>
    <dgm:pt modelId="{955CA13E-6EDB-42AE-839A-CFCDDBA918B8}" type="pres">
      <dgm:prSet presAssocID="{415C480B-5793-4C3F-956E-3ACB03C2618A}" presName="circle" presStyleLbl="node1" presStyleIdx="1" presStyleCnt="2"/>
      <dgm:spPr/>
    </dgm:pt>
  </dgm:ptLst>
  <dgm:cxnLst>
    <dgm:cxn modelId="{4F087D45-76A5-4BB6-9FE6-BD7E6D48EC97}" type="presOf" srcId="{8EA832C4-DC67-4D14-80C5-A3FEEA25F3C3}" destId="{36AC4529-6120-4AB6-BDC1-53CBF13D7651}" srcOrd="1" destOrd="0" presId="urn:microsoft.com/office/officeart/2005/8/layout/hList9"/>
    <dgm:cxn modelId="{E8F8F76A-6FFD-4DA3-8337-9BBF4F876BF6}" type="presOf" srcId="{A316F407-C162-4C11-957F-D21DAA4DFF8B}" destId="{90BDA66F-25D1-476F-8027-95644ECF5EA6}" srcOrd="1" destOrd="0" presId="urn:microsoft.com/office/officeart/2005/8/layout/hList9"/>
    <dgm:cxn modelId="{091CA54C-F2C4-4827-B54C-06A022571CEF}" srcId="{9DC195B9-9C5F-4765-9284-0EADDE5F0B76}" destId="{A316F407-C162-4C11-957F-D21DAA4DFF8B}" srcOrd="0" destOrd="0" parTransId="{03F3DDDF-2AB5-4CE2-8CEE-1F4866E85A89}" sibTransId="{4D64367D-2603-4E46-BED4-4F8A8CD0C580}"/>
    <dgm:cxn modelId="{0AE5ED59-9EED-440C-A312-4FDD3EE43FC7}" type="presOf" srcId="{A316F407-C162-4C11-957F-D21DAA4DFF8B}" destId="{8E2A9474-9902-44CB-BC53-CB7A4517ADA1}" srcOrd="0" destOrd="0" presId="urn:microsoft.com/office/officeart/2005/8/layout/hList9"/>
    <dgm:cxn modelId="{4FCEFE7B-5316-4DCC-9408-3039A44BAB96}" type="presOf" srcId="{415C480B-5793-4C3F-956E-3ACB03C2618A}" destId="{955CA13E-6EDB-42AE-839A-CFCDDBA918B8}" srcOrd="0" destOrd="0" presId="urn:microsoft.com/office/officeart/2005/8/layout/hList9"/>
    <dgm:cxn modelId="{C8B15B89-8B62-44C8-BF8D-4B28E235A99A}" srcId="{0EE4DD15-6A50-44BB-9FF6-5C19A205D0E6}" destId="{415C480B-5793-4C3F-956E-3ACB03C2618A}" srcOrd="1" destOrd="0" parTransId="{94EBACC0-0089-4879-B3ED-2A2EED4B8384}" sibTransId="{3AEA7A77-3E88-4F0C-A220-95DDACFB07CF}"/>
    <dgm:cxn modelId="{6AF0AC90-5EF9-4408-BEFE-638E24A0C178}" srcId="{415C480B-5793-4C3F-956E-3ACB03C2618A}" destId="{8EA832C4-DC67-4D14-80C5-A3FEEA25F3C3}" srcOrd="0" destOrd="0" parTransId="{92CF32A4-90A1-4C46-ADAC-EC33BCD1CAD8}" sibTransId="{7CD76B4F-2567-48D2-A411-C4642DC55B9E}"/>
    <dgm:cxn modelId="{AA624EA8-B695-4BFF-A3ED-118D9CBFDA10}" srcId="{0EE4DD15-6A50-44BB-9FF6-5C19A205D0E6}" destId="{9DC195B9-9C5F-4765-9284-0EADDE5F0B76}" srcOrd="0" destOrd="0" parTransId="{2AEDA446-2041-4A21-8731-9F7E49BF10B1}" sibTransId="{A1DBEC54-C911-4A5D-B960-6CCBA73723D3}"/>
    <dgm:cxn modelId="{E0B334D6-E4F3-451A-90F2-3871C441A41E}" type="presOf" srcId="{9DC195B9-9C5F-4765-9284-0EADDE5F0B76}" destId="{516CF24A-AA90-4B51-A78B-672369C4EC41}" srcOrd="0" destOrd="0" presId="urn:microsoft.com/office/officeart/2005/8/layout/hList9"/>
    <dgm:cxn modelId="{C9D316EA-7FA1-4C7E-9B01-3144E4760E2A}" type="presOf" srcId="{0EE4DD15-6A50-44BB-9FF6-5C19A205D0E6}" destId="{FF155E77-332E-4600-9CA1-3408E76F812F}" srcOrd="0" destOrd="0" presId="urn:microsoft.com/office/officeart/2005/8/layout/hList9"/>
    <dgm:cxn modelId="{E96AD6FB-6E2D-4A5F-A30A-E08B56F826BD}" type="presOf" srcId="{8EA832C4-DC67-4D14-80C5-A3FEEA25F3C3}" destId="{EC8096FE-3131-4727-85EE-01CDE1A52FA6}" srcOrd="0" destOrd="0" presId="urn:microsoft.com/office/officeart/2005/8/layout/hList9"/>
    <dgm:cxn modelId="{DAD065FC-8548-4A19-A3E7-2C32C5FCF181}" type="presParOf" srcId="{FF155E77-332E-4600-9CA1-3408E76F812F}" destId="{639F9630-4FB0-4B32-9890-419D88B20E20}" srcOrd="0" destOrd="0" presId="urn:microsoft.com/office/officeart/2005/8/layout/hList9"/>
    <dgm:cxn modelId="{E4066204-EE73-49E0-8220-17A3C9D482CC}" type="presParOf" srcId="{FF155E77-332E-4600-9CA1-3408E76F812F}" destId="{32378CC3-27E2-4F46-9422-2B9A1FE41B5D}" srcOrd="1" destOrd="0" presId="urn:microsoft.com/office/officeart/2005/8/layout/hList9"/>
    <dgm:cxn modelId="{D0B3FF7A-2418-4E20-84B2-C4973EE05403}" type="presParOf" srcId="{32378CC3-27E2-4F46-9422-2B9A1FE41B5D}" destId="{A9DCF27B-8469-4B4B-A3AC-63E5A17A64CE}" srcOrd="0" destOrd="0" presId="urn:microsoft.com/office/officeart/2005/8/layout/hList9"/>
    <dgm:cxn modelId="{E44D26BB-ECAD-4E89-B47B-62F4EBE2A2B0}" type="presParOf" srcId="{32378CC3-27E2-4F46-9422-2B9A1FE41B5D}" destId="{BE4F6E65-8E7A-4727-8E42-6464624AD00B}" srcOrd="1" destOrd="0" presId="urn:microsoft.com/office/officeart/2005/8/layout/hList9"/>
    <dgm:cxn modelId="{7E39AB26-1CD2-4D5C-87EF-B5C0FE9F61F2}" type="presParOf" srcId="{BE4F6E65-8E7A-4727-8E42-6464624AD00B}" destId="{8E2A9474-9902-44CB-BC53-CB7A4517ADA1}" srcOrd="0" destOrd="0" presId="urn:microsoft.com/office/officeart/2005/8/layout/hList9"/>
    <dgm:cxn modelId="{86DAFDA9-B9DD-4A75-860F-08EA87A1EA54}" type="presParOf" srcId="{BE4F6E65-8E7A-4727-8E42-6464624AD00B}" destId="{90BDA66F-25D1-476F-8027-95644ECF5EA6}" srcOrd="1" destOrd="0" presId="urn:microsoft.com/office/officeart/2005/8/layout/hList9"/>
    <dgm:cxn modelId="{683389F9-A93B-4BC6-A816-D0EBBCC59CBC}" type="presParOf" srcId="{FF155E77-332E-4600-9CA1-3408E76F812F}" destId="{484BCF51-043E-49F4-A813-B10D1DE643A0}" srcOrd="2" destOrd="0" presId="urn:microsoft.com/office/officeart/2005/8/layout/hList9"/>
    <dgm:cxn modelId="{7B37A8D7-8886-4997-A7C2-46E1AF4D27C8}" type="presParOf" srcId="{FF155E77-332E-4600-9CA1-3408E76F812F}" destId="{516CF24A-AA90-4B51-A78B-672369C4EC41}" srcOrd="3" destOrd="0" presId="urn:microsoft.com/office/officeart/2005/8/layout/hList9"/>
    <dgm:cxn modelId="{F055B022-DD17-4D02-8438-792AF8233242}" type="presParOf" srcId="{FF155E77-332E-4600-9CA1-3408E76F812F}" destId="{C6AEB224-36CF-4C4B-9F94-CFC9015F7681}" srcOrd="4" destOrd="0" presId="urn:microsoft.com/office/officeart/2005/8/layout/hList9"/>
    <dgm:cxn modelId="{B1CE2EA3-2E75-4C7E-A13E-B820DF7FA5D7}" type="presParOf" srcId="{FF155E77-332E-4600-9CA1-3408E76F812F}" destId="{8A7566FF-1174-48D9-B940-622DDBA10DF7}" srcOrd="5" destOrd="0" presId="urn:microsoft.com/office/officeart/2005/8/layout/hList9"/>
    <dgm:cxn modelId="{DB42F9C1-04DA-44D6-BCFF-9D9D20006AEB}" type="presParOf" srcId="{FF155E77-332E-4600-9CA1-3408E76F812F}" destId="{331B10DF-51F7-4148-9930-44D22448D28F}" srcOrd="6" destOrd="0" presId="urn:microsoft.com/office/officeart/2005/8/layout/hList9"/>
    <dgm:cxn modelId="{12ACA054-07A8-4A35-92C6-DF90DD104C6D}" type="presParOf" srcId="{331B10DF-51F7-4148-9930-44D22448D28F}" destId="{4D57094C-CA13-4E24-B07C-791B6D25CB2F}" srcOrd="0" destOrd="0" presId="urn:microsoft.com/office/officeart/2005/8/layout/hList9"/>
    <dgm:cxn modelId="{70C5F006-7FA6-4602-B987-677747544CEE}" type="presParOf" srcId="{331B10DF-51F7-4148-9930-44D22448D28F}" destId="{013A3E05-6C1F-4855-A8CD-763A46CBE039}" srcOrd="1" destOrd="0" presId="urn:microsoft.com/office/officeart/2005/8/layout/hList9"/>
    <dgm:cxn modelId="{23EDCFDA-82FA-424C-8428-673051D3D5C1}" type="presParOf" srcId="{013A3E05-6C1F-4855-A8CD-763A46CBE039}" destId="{EC8096FE-3131-4727-85EE-01CDE1A52FA6}" srcOrd="0" destOrd="0" presId="urn:microsoft.com/office/officeart/2005/8/layout/hList9"/>
    <dgm:cxn modelId="{83708571-046A-4476-BCB5-B4352A4880B4}" type="presParOf" srcId="{013A3E05-6C1F-4855-A8CD-763A46CBE039}" destId="{36AC4529-6120-4AB6-BDC1-53CBF13D7651}" srcOrd="1" destOrd="0" presId="urn:microsoft.com/office/officeart/2005/8/layout/hList9"/>
    <dgm:cxn modelId="{605C1100-BE99-43A7-8685-3BC7D20F7E3B}" type="presParOf" srcId="{FF155E77-332E-4600-9CA1-3408E76F812F}" destId="{E07B3343-4BF5-4DC6-82F7-B4ED5B1B6855}" srcOrd="7" destOrd="0" presId="urn:microsoft.com/office/officeart/2005/8/layout/hList9"/>
    <dgm:cxn modelId="{B00DFD2D-FCFA-426C-962C-33EF3E6E1F38}" type="presParOf" srcId="{FF155E77-332E-4600-9CA1-3408E76F812F}" destId="{955CA13E-6EDB-42AE-839A-CFCDDBA918B8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EE4DD15-6A50-44BB-9FF6-5C19A205D0E6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DC195B9-9C5F-4765-9284-0EADDE5F0B76}">
      <dgm:prSet phldrT="[Text]"/>
      <dgm:spPr/>
      <dgm:t>
        <a:bodyPr/>
        <a:lstStyle/>
        <a:p>
          <a:r>
            <a:rPr lang="en-GB" dirty="0"/>
            <a:t>Proposal</a:t>
          </a:r>
        </a:p>
      </dgm:t>
    </dgm:pt>
    <dgm:pt modelId="{2AEDA446-2041-4A21-8731-9F7E49BF10B1}" type="parTrans" cxnId="{AA624EA8-B695-4BFF-A3ED-118D9CBFDA10}">
      <dgm:prSet/>
      <dgm:spPr/>
      <dgm:t>
        <a:bodyPr/>
        <a:lstStyle/>
        <a:p>
          <a:endParaRPr lang="en-GB"/>
        </a:p>
      </dgm:t>
    </dgm:pt>
    <dgm:pt modelId="{A1DBEC54-C911-4A5D-B960-6CCBA73723D3}" type="sibTrans" cxnId="{AA624EA8-B695-4BFF-A3ED-118D9CBFDA10}">
      <dgm:prSet/>
      <dgm:spPr/>
      <dgm:t>
        <a:bodyPr/>
        <a:lstStyle/>
        <a:p>
          <a:endParaRPr lang="en-GB"/>
        </a:p>
      </dgm:t>
    </dgm:pt>
    <dgm:pt modelId="{932BD3CF-7F6F-4C94-9838-34D9C351E325}">
      <dgm:prSet phldrT="[Text]"/>
      <dgm:spPr/>
      <dgm:t>
        <a:bodyPr/>
        <a:lstStyle/>
        <a:p>
          <a:r>
            <a:rPr lang="en-GB" dirty="0"/>
            <a:t>Draft Chapter</a:t>
          </a:r>
        </a:p>
      </dgm:t>
    </dgm:pt>
    <dgm:pt modelId="{4D532C12-6AC6-4C6A-9073-BC21E5039EC2}" type="parTrans" cxnId="{9E9FF799-B256-4858-88A5-4A8C75AF08C7}">
      <dgm:prSet/>
      <dgm:spPr/>
      <dgm:t>
        <a:bodyPr/>
        <a:lstStyle/>
        <a:p>
          <a:endParaRPr lang="en-GB"/>
        </a:p>
      </dgm:t>
    </dgm:pt>
    <dgm:pt modelId="{3C56E8BF-36FC-486C-80FC-D609C859F724}" type="sibTrans" cxnId="{9E9FF799-B256-4858-88A5-4A8C75AF08C7}">
      <dgm:prSet/>
      <dgm:spPr/>
      <dgm:t>
        <a:bodyPr/>
        <a:lstStyle/>
        <a:p>
          <a:endParaRPr lang="en-GB"/>
        </a:p>
      </dgm:t>
    </dgm:pt>
    <dgm:pt modelId="{5C0BD8B2-BFE7-45D5-B022-0214164C9AB5}" type="pres">
      <dgm:prSet presAssocID="{0EE4DD15-6A50-44BB-9FF6-5C19A205D0E6}" presName="arrowDiagram" presStyleCnt="0">
        <dgm:presLayoutVars>
          <dgm:chMax val="5"/>
          <dgm:dir/>
          <dgm:resizeHandles val="exact"/>
        </dgm:presLayoutVars>
      </dgm:prSet>
      <dgm:spPr/>
    </dgm:pt>
    <dgm:pt modelId="{AD4C8698-DD1A-42E4-ADE5-019E483C4470}" type="pres">
      <dgm:prSet presAssocID="{0EE4DD15-6A50-44BB-9FF6-5C19A205D0E6}" presName="arrow" presStyleLbl="bgShp" presStyleIdx="0" presStyleCnt="1"/>
      <dgm:spPr/>
    </dgm:pt>
    <dgm:pt modelId="{56B139D4-3D72-4897-AD4F-2FD7C77FA4D9}" type="pres">
      <dgm:prSet presAssocID="{0EE4DD15-6A50-44BB-9FF6-5C19A205D0E6}" presName="arrowDiagram2" presStyleCnt="0"/>
      <dgm:spPr/>
    </dgm:pt>
    <dgm:pt modelId="{26036D8A-C903-48FC-BE15-06EE08D6D53B}" type="pres">
      <dgm:prSet presAssocID="{9DC195B9-9C5F-4765-9284-0EADDE5F0B76}" presName="bullet2a" presStyleLbl="node1" presStyleIdx="0" presStyleCnt="2"/>
      <dgm:spPr/>
    </dgm:pt>
    <dgm:pt modelId="{5BA38FF7-DA5A-4CD6-90FA-4EFBB6981B63}" type="pres">
      <dgm:prSet presAssocID="{9DC195B9-9C5F-4765-9284-0EADDE5F0B76}" presName="textBox2a" presStyleLbl="revTx" presStyleIdx="0" presStyleCnt="2">
        <dgm:presLayoutVars>
          <dgm:bulletEnabled val="1"/>
        </dgm:presLayoutVars>
      </dgm:prSet>
      <dgm:spPr/>
    </dgm:pt>
    <dgm:pt modelId="{10FB77F4-237B-4978-B75C-FF92E8ACF538}" type="pres">
      <dgm:prSet presAssocID="{932BD3CF-7F6F-4C94-9838-34D9C351E325}" presName="bullet2b" presStyleLbl="node1" presStyleIdx="1" presStyleCnt="2"/>
      <dgm:spPr/>
    </dgm:pt>
    <dgm:pt modelId="{6410475F-80F7-414C-8A02-F6FFA8D0FFF7}" type="pres">
      <dgm:prSet presAssocID="{932BD3CF-7F6F-4C94-9838-34D9C351E325}" presName="textBox2b" presStyleLbl="revTx" presStyleIdx="1" presStyleCnt="2">
        <dgm:presLayoutVars>
          <dgm:bulletEnabled val="1"/>
        </dgm:presLayoutVars>
      </dgm:prSet>
      <dgm:spPr/>
    </dgm:pt>
  </dgm:ptLst>
  <dgm:cxnLst>
    <dgm:cxn modelId="{421F5342-73F9-4D0A-9196-D69703DFE0AF}" type="presOf" srcId="{0EE4DD15-6A50-44BB-9FF6-5C19A205D0E6}" destId="{5C0BD8B2-BFE7-45D5-B022-0214164C9AB5}" srcOrd="0" destOrd="0" presId="urn:microsoft.com/office/officeart/2005/8/layout/arrow2"/>
    <dgm:cxn modelId="{4BAD866C-3A0D-474C-BC64-96609F95A32C}" type="presOf" srcId="{9DC195B9-9C5F-4765-9284-0EADDE5F0B76}" destId="{5BA38FF7-DA5A-4CD6-90FA-4EFBB6981B63}" srcOrd="0" destOrd="0" presId="urn:microsoft.com/office/officeart/2005/8/layout/arrow2"/>
    <dgm:cxn modelId="{9E9FF799-B256-4858-88A5-4A8C75AF08C7}" srcId="{0EE4DD15-6A50-44BB-9FF6-5C19A205D0E6}" destId="{932BD3CF-7F6F-4C94-9838-34D9C351E325}" srcOrd="1" destOrd="0" parTransId="{4D532C12-6AC6-4C6A-9073-BC21E5039EC2}" sibTransId="{3C56E8BF-36FC-486C-80FC-D609C859F724}"/>
    <dgm:cxn modelId="{AA624EA8-B695-4BFF-A3ED-118D9CBFDA10}" srcId="{0EE4DD15-6A50-44BB-9FF6-5C19A205D0E6}" destId="{9DC195B9-9C5F-4765-9284-0EADDE5F0B76}" srcOrd="0" destOrd="0" parTransId="{2AEDA446-2041-4A21-8731-9F7E49BF10B1}" sibTransId="{A1DBEC54-C911-4A5D-B960-6CCBA73723D3}"/>
    <dgm:cxn modelId="{1B57D5FE-1568-445E-BCFC-758316EC2B24}" type="presOf" srcId="{932BD3CF-7F6F-4C94-9838-34D9C351E325}" destId="{6410475F-80F7-414C-8A02-F6FFA8D0FFF7}" srcOrd="0" destOrd="0" presId="urn:microsoft.com/office/officeart/2005/8/layout/arrow2"/>
    <dgm:cxn modelId="{36A946F0-2E4C-4DF7-9667-936292B8F891}" type="presParOf" srcId="{5C0BD8B2-BFE7-45D5-B022-0214164C9AB5}" destId="{AD4C8698-DD1A-42E4-ADE5-019E483C4470}" srcOrd="0" destOrd="0" presId="urn:microsoft.com/office/officeart/2005/8/layout/arrow2"/>
    <dgm:cxn modelId="{3727F12F-8701-4A30-9FE5-D9DB975BF3F6}" type="presParOf" srcId="{5C0BD8B2-BFE7-45D5-B022-0214164C9AB5}" destId="{56B139D4-3D72-4897-AD4F-2FD7C77FA4D9}" srcOrd="1" destOrd="0" presId="urn:microsoft.com/office/officeart/2005/8/layout/arrow2"/>
    <dgm:cxn modelId="{68C110A1-B4BE-44C3-B248-E6586473400C}" type="presParOf" srcId="{56B139D4-3D72-4897-AD4F-2FD7C77FA4D9}" destId="{26036D8A-C903-48FC-BE15-06EE08D6D53B}" srcOrd="0" destOrd="0" presId="urn:microsoft.com/office/officeart/2005/8/layout/arrow2"/>
    <dgm:cxn modelId="{6F204EFC-9581-4C79-9AF4-C94965EB27BA}" type="presParOf" srcId="{56B139D4-3D72-4897-AD4F-2FD7C77FA4D9}" destId="{5BA38FF7-DA5A-4CD6-90FA-4EFBB6981B63}" srcOrd="1" destOrd="0" presId="urn:microsoft.com/office/officeart/2005/8/layout/arrow2"/>
    <dgm:cxn modelId="{2A2C9F89-20D4-4983-A9B6-9AB8559154CB}" type="presParOf" srcId="{56B139D4-3D72-4897-AD4F-2FD7C77FA4D9}" destId="{10FB77F4-237B-4978-B75C-FF92E8ACF538}" srcOrd="2" destOrd="0" presId="urn:microsoft.com/office/officeart/2005/8/layout/arrow2"/>
    <dgm:cxn modelId="{ED6015DA-21B8-4867-9D3F-C77A839F97C2}" type="presParOf" srcId="{56B139D4-3D72-4897-AD4F-2FD7C77FA4D9}" destId="{6410475F-80F7-414C-8A02-F6FFA8D0FFF7}" srcOrd="3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7C1E9B-737E-4C69-9E97-A4B9FB306815}">
      <dsp:nvSpPr>
        <dsp:cNvPr id="0" name=""/>
        <dsp:cNvSpPr/>
      </dsp:nvSpPr>
      <dsp:spPr>
        <a:xfrm>
          <a:off x="5287" y="1545222"/>
          <a:ext cx="852073" cy="426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latin typeface="Arial"/>
            </a:rPr>
            <a:t>08/03</a:t>
          </a:r>
          <a:endParaRPr lang="en-GB" sz="2300" kern="1200" dirty="0"/>
        </a:p>
      </dsp:txBody>
      <dsp:txXfrm>
        <a:off x="17765" y="1557700"/>
        <a:ext cx="827117" cy="401080"/>
      </dsp:txXfrm>
    </dsp:sp>
    <dsp:sp modelId="{0E2E51D5-A974-4C92-A8C4-6691910209D6}">
      <dsp:nvSpPr>
        <dsp:cNvPr id="0" name=""/>
        <dsp:cNvSpPr/>
      </dsp:nvSpPr>
      <dsp:spPr>
        <a:xfrm>
          <a:off x="44775" y="1971258"/>
          <a:ext cx="91440" cy="3195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9527"/>
              </a:lnTo>
              <a:lnTo>
                <a:pt x="130927" y="31952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41F1F3-F892-4696-8972-C5BB07E16DFE}">
      <dsp:nvSpPr>
        <dsp:cNvPr id="0" name=""/>
        <dsp:cNvSpPr/>
      </dsp:nvSpPr>
      <dsp:spPr>
        <a:xfrm>
          <a:off x="175702" y="2077768"/>
          <a:ext cx="681658" cy="426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Topics available to students</a:t>
          </a:r>
        </a:p>
      </dsp:txBody>
      <dsp:txXfrm>
        <a:off x="188180" y="2090246"/>
        <a:ext cx="656702" cy="401080"/>
      </dsp:txXfrm>
    </dsp:sp>
    <dsp:sp modelId="{694EBF34-83CD-48B0-9F4D-760F21C4715B}">
      <dsp:nvSpPr>
        <dsp:cNvPr id="0" name=""/>
        <dsp:cNvSpPr/>
      </dsp:nvSpPr>
      <dsp:spPr>
        <a:xfrm>
          <a:off x="1070379" y="1545222"/>
          <a:ext cx="852073" cy="426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latin typeface="Arial"/>
            </a:rPr>
            <a:t>18/03</a:t>
          </a:r>
          <a:endParaRPr lang="en-GB" sz="2300" kern="1200" dirty="0"/>
        </a:p>
      </dsp:txBody>
      <dsp:txXfrm>
        <a:off x="1082857" y="1557700"/>
        <a:ext cx="827117" cy="401080"/>
      </dsp:txXfrm>
    </dsp:sp>
    <dsp:sp modelId="{2E1E8466-5130-47A1-8FC5-A300CE53D828}">
      <dsp:nvSpPr>
        <dsp:cNvPr id="0" name=""/>
        <dsp:cNvSpPr/>
      </dsp:nvSpPr>
      <dsp:spPr>
        <a:xfrm>
          <a:off x="1109866" y="1971258"/>
          <a:ext cx="91440" cy="3195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9527"/>
              </a:lnTo>
              <a:lnTo>
                <a:pt x="130927" y="31952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8AF285-A0F5-45AE-B718-286FDD10F154}">
      <dsp:nvSpPr>
        <dsp:cNvPr id="0" name=""/>
        <dsp:cNvSpPr/>
      </dsp:nvSpPr>
      <dsp:spPr>
        <a:xfrm>
          <a:off x="1240793" y="2077768"/>
          <a:ext cx="681658" cy="426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Topic choices due</a:t>
          </a:r>
        </a:p>
      </dsp:txBody>
      <dsp:txXfrm>
        <a:off x="1253271" y="2090246"/>
        <a:ext cx="656702" cy="401080"/>
      </dsp:txXfrm>
    </dsp:sp>
    <dsp:sp modelId="{F98B3FBB-0DA2-4FEB-A675-8AC7C285A49C}">
      <dsp:nvSpPr>
        <dsp:cNvPr id="0" name=""/>
        <dsp:cNvSpPr/>
      </dsp:nvSpPr>
      <dsp:spPr>
        <a:xfrm>
          <a:off x="2135470" y="1545222"/>
          <a:ext cx="852073" cy="426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latin typeface="Arial"/>
            </a:rPr>
            <a:t>29/03</a:t>
          </a:r>
          <a:endParaRPr lang="en-GB" sz="2300" kern="1200" dirty="0"/>
        </a:p>
      </dsp:txBody>
      <dsp:txXfrm>
        <a:off x="2147948" y="1557700"/>
        <a:ext cx="827117" cy="401080"/>
      </dsp:txXfrm>
    </dsp:sp>
    <dsp:sp modelId="{2A67470A-2293-4B71-9DDC-EB33C931F036}">
      <dsp:nvSpPr>
        <dsp:cNvPr id="0" name=""/>
        <dsp:cNvSpPr/>
      </dsp:nvSpPr>
      <dsp:spPr>
        <a:xfrm>
          <a:off x="2174957" y="1971258"/>
          <a:ext cx="91440" cy="3195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9527"/>
              </a:lnTo>
              <a:lnTo>
                <a:pt x="130927" y="31952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CE730D-2D19-47D1-B02A-4DA291353457}">
      <dsp:nvSpPr>
        <dsp:cNvPr id="0" name=""/>
        <dsp:cNvSpPr/>
      </dsp:nvSpPr>
      <dsp:spPr>
        <a:xfrm>
          <a:off x="2305885" y="2077768"/>
          <a:ext cx="681658" cy="426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Supervisor allocated</a:t>
          </a:r>
        </a:p>
      </dsp:txBody>
      <dsp:txXfrm>
        <a:off x="2318363" y="2090246"/>
        <a:ext cx="656702" cy="401080"/>
      </dsp:txXfrm>
    </dsp:sp>
    <dsp:sp modelId="{675D57EE-5F15-43EB-9571-CCC7B3661ACF}">
      <dsp:nvSpPr>
        <dsp:cNvPr id="0" name=""/>
        <dsp:cNvSpPr/>
      </dsp:nvSpPr>
      <dsp:spPr>
        <a:xfrm>
          <a:off x="3200562" y="1545222"/>
          <a:ext cx="852073" cy="426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latin typeface="Arial"/>
            </a:rPr>
            <a:t>17/05</a:t>
          </a:r>
          <a:endParaRPr lang="en-GB" sz="2300" kern="1200" dirty="0"/>
        </a:p>
      </dsp:txBody>
      <dsp:txXfrm>
        <a:off x="3213040" y="1557700"/>
        <a:ext cx="827117" cy="401080"/>
      </dsp:txXfrm>
    </dsp:sp>
    <dsp:sp modelId="{175EFB69-BD44-4385-9D13-9D94530F3249}">
      <dsp:nvSpPr>
        <dsp:cNvPr id="0" name=""/>
        <dsp:cNvSpPr/>
      </dsp:nvSpPr>
      <dsp:spPr>
        <a:xfrm>
          <a:off x="3240049" y="1971258"/>
          <a:ext cx="91440" cy="3195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9527"/>
              </a:lnTo>
              <a:lnTo>
                <a:pt x="130927" y="31952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C2FDB3-F195-4950-B080-0DAA2373ABB4}">
      <dsp:nvSpPr>
        <dsp:cNvPr id="0" name=""/>
        <dsp:cNvSpPr/>
      </dsp:nvSpPr>
      <dsp:spPr>
        <a:xfrm>
          <a:off x="3370976" y="2077768"/>
          <a:ext cx="681658" cy="426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Proposal due</a:t>
          </a:r>
        </a:p>
      </dsp:txBody>
      <dsp:txXfrm>
        <a:off x="3383454" y="2090246"/>
        <a:ext cx="656702" cy="401080"/>
      </dsp:txXfrm>
    </dsp:sp>
    <dsp:sp modelId="{7C67042A-A96D-4A09-95CA-01CD900402E5}">
      <dsp:nvSpPr>
        <dsp:cNvPr id="0" name=""/>
        <dsp:cNvSpPr/>
      </dsp:nvSpPr>
      <dsp:spPr>
        <a:xfrm>
          <a:off x="4265653" y="1545222"/>
          <a:ext cx="852073" cy="426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latin typeface="Arial"/>
            </a:rPr>
            <a:t>14/06</a:t>
          </a:r>
          <a:endParaRPr lang="en-GB" sz="2300" kern="1200" dirty="0"/>
        </a:p>
      </dsp:txBody>
      <dsp:txXfrm>
        <a:off x="4278131" y="1557700"/>
        <a:ext cx="827117" cy="401080"/>
      </dsp:txXfrm>
    </dsp:sp>
    <dsp:sp modelId="{04E1B2ED-F545-4EA5-BC69-C1AA69B19168}">
      <dsp:nvSpPr>
        <dsp:cNvPr id="0" name=""/>
        <dsp:cNvSpPr/>
      </dsp:nvSpPr>
      <dsp:spPr>
        <a:xfrm>
          <a:off x="4305140" y="1971258"/>
          <a:ext cx="91440" cy="3195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9527"/>
              </a:lnTo>
              <a:lnTo>
                <a:pt x="130927" y="31952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AECB06-6296-4E56-B123-4BE905E6E8D7}">
      <dsp:nvSpPr>
        <dsp:cNvPr id="0" name=""/>
        <dsp:cNvSpPr/>
      </dsp:nvSpPr>
      <dsp:spPr>
        <a:xfrm>
          <a:off x="4436068" y="2077768"/>
          <a:ext cx="681658" cy="426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Draft chapter due</a:t>
          </a:r>
        </a:p>
      </dsp:txBody>
      <dsp:txXfrm>
        <a:off x="4448546" y="2090246"/>
        <a:ext cx="656702" cy="401080"/>
      </dsp:txXfrm>
    </dsp:sp>
    <dsp:sp modelId="{657878BA-8C4E-490D-9BB4-0F0F5D676818}">
      <dsp:nvSpPr>
        <dsp:cNvPr id="0" name=""/>
        <dsp:cNvSpPr/>
      </dsp:nvSpPr>
      <dsp:spPr>
        <a:xfrm>
          <a:off x="5330745" y="1545222"/>
          <a:ext cx="852073" cy="426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06/09</a:t>
          </a:r>
        </a:p>
      </dsp:txBody>
      <dsp:txXfrm>
        <a:off x="5343223" y="1557700"/>
        <a:ext cx="827117" cy="401080"/>
      </dsp:txXfrm>
    </dsp:sp>
    <dsp:sp modelId="{F21888C9-6588-485E-8DFD-94B74CE9F518}">
      <dsp:nvSpPr>
        <dsp:cNvPr id="0" name=""/>
        <dsp:cNvSpPr/>
      </dsp:nvSpPr>
      <dsp:spPr>
        <a:xfrm>
          <a:off x="5370232" y="1971258"/>
          <a:ext cx="91440" cy="3195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9527"/>
              </a:lnTo>
              <a:lnTo>
                <a:pt x="130927" y="31952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2BDA2E-F497-40E8-BFA6-D4287633718C}">
      <dsp:nvSpPr>
        <dsp:cNvPr id="0" name=""/>
        <dsp:cNvSpPr/>
      </dsp:nvSpPr>
      <dsp:spPr>
        <a:xfrm>
          <a:off x="5501159" y="2077768"/>
          <a:ext cx="681658" cy="426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Dissertation due</a:t>
          </a:r>
        </a:p>
      </dsp:txBody>
      <dsp:txXfrm>
        <a:off x="5513637" y="2090246"/>
        <a:ext cx="656702" cy="4010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04035B-4F8E-483E-BC99-D102595A296A}">
      <dsp:nvSpPr>
        <dsp:cNvPr id="0" name=""/>
        <dsp:cNvSpPr/>
      </dsp:nvSpPr>
      <dsp:spPr>
        <a:xfrm rot="10800000">
          <a:off x="1857490" y="0"/>
          <a:ext cx="3605717" cy="1104992"/>
        </a:xfrm>
        <a:prstGeom prst="nonIsoscelesTrapezoid">
          <a:avLst>
            <a:gd name="adj1" fmla="val 0"/>
            <a:gd name="adj2" fmla="val 56033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Discuss research around the topic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Define aim and objectives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Discuss methodology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Prepare and submit proposal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Discuss feedback on proposal</a:t>
          </a:r>
        </a:p>
      </dsp:txBody>
      <dsp:txXfrm rot="10800000">
        <a:off x="2476654" y="0"/>
        <a:ext cx="2986553" cy="1104992"/>
      </dsp:txXfrm>
    </dsp:sp>
    <dsp:sp modelId="{6F5FB39A-AACC-4B39-8065-B4F914EA8C52}">
      <dsp:nvSpPr>
        <dsp:cNvPr id="0" name=""/>
        <dsp:cNvSpPr/>
      </dsp:nvSpPr>
      <dsp:spPr>
        <a:xfrm>
          <a:off x="1238327" y="0"/>
          <a:ext cx="1238327" cy="1104992"/>
        </a:xfrm>
        <a:prstGeom prst="trapezoid">
          <a:avLst>
            <a:gd name="adj" fmla="val 5603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Phase 1</a:t>
          </a:r>
        </a:p>
      </dsp:txBody>
      <dsp:txXfrm>
        <a:off x="1238327" y="0"/>
        <a:ext cx="1238327" cy="1104992"/>
      </dsp:txXfrm>
    </dsp:sp>
    <dsp:sp modelId="{BD86C62A-F7DF-48D0-BFE2-EACF564128AD}">
      <dsp:nvSpPr>
        <dsp:cNvPr id="0" name=""/>
        <dsp:cNvSpPr/>
      </dsp:nvSpPr>
      <dsp:spPr>
        <a:xfrm rot="10800000">
          <a:off x="2476654" y="1104992"/>
          <a:ext cx="2986553" cy="1104992"/>
        </a:xfrm>
        <a:prstGeom prst="nonIsoscelesTrapezoid">
          <a:avLst>
            <a:gd name="adj1" fmla="val 0"/>
            <a:gd name="adj2" fmla="val 56033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Act on feedback received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Apply for research ethics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Start working on proposed project (experiments or research)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Prepare and submit a draft chapter (methodology or lit. review)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Discuss feedback on draft chapter</a:t>
          </a:r>
        </a:p>
      </dsp:txBody>
      <dsp:txXfrm rot="10800000">
        <a:off x="3095817" y="1104992"/>
        <a:ext cx="2367390" cy="1104992"/>
      </dsp:txXfrm>
    </dsp:sp>
    <dsp:sp modelId="{122F6771-7222-4EBB-AF99-CB87A08B4407}">
      <dsp:nvSpPr>
        <dsp:cNvPr id="0" name=""/>
        <dsp:cNvSpPr/>
      </dsp:nvSpPr>
      <dsp:spPr>
        <a:xfrm>
          <a:off x="619163" y="1104992"/>
          <a:ext cx="2476654" cy="1104992"/>
        </a:xfrm>
        <a:prstGeom prst="trapezoid">
          <a:avLst>
            <a:gd name="adj" fmla="val 56033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Phase</a:t>
          </a:r>
          <a:r>
            <a:rPr lang="en-GB" sz="3800" kern="1200" dirty="0"/>
            <a:t> </a:t>
          </a:r>
          <a:r>
            <a:rPr lang="en-GB" sz="2800" kern="1200" dirty="0"/>
            <a:t>2</a:t>
          </a:r>
        </a:p>
      </dsp:txBody>
      <dsp:txXfrm>
        <a:off x="1052578" y="1104992"/>
        <a:ext cx="1609825" cy="1104992"/>
      </dsp:txXfrm>
    </dsp:sp>
    <dsp:sp modelId="{AF6E2A21-7DD6-49CD-89D1-589788AA88EF}">
      <dsp:nvSpPr>
        <dsp:cNvPr id="0" name=""/>
        <dsp:cNvSpPr/>
      </dsp:nvSpPr>
      <dsp:spPr>
        <a:xfrm rot="10800000">
          <a:off x="3095817" y="2209983"/>
          <a:ext cx="2367390" cy="1104992"/>
        </a:xfrm>
        <a:prstGeom prst="nonIsoscelesTrapezoid">
          <a:avLst>
            <a:gd name="adj1" fmla="val 0"/>
            <a:gd name="adj2" fmla="val 56033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Act on feedback received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Finish experiments or research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Write remaining chapters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Submit for plagiarism check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Act on Turnitin report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Submit final</a:t>
          </a:r>
        </a:p>
      </dsp:txBody>
      <dsp:txXfrm rot="10800000">
        <a:off x="3714981" y="2209983"/>
        <a:ext cx="1748226" cy="1104992"/>
      </dsp:txXfrm>
    </dsp:sp>
    <dsp:sp modelId="{42543924-75F3-4B7F-9829-1DB5B836F512}">
      <dsp:nvSpPr>
        <dsp:cNvPr id="0" name=""/>
        <dsp:cNvSpPr/>
      </dsp:nvSpPr>
      <dsp:spPr>
        <a:xfrm>
          <a:off x="0" y="2209983"/>
          <a:ext cx="3714981" cy="1104992"/>
        </a:xfrm>
        <a:prstGeom prst="trapezoid">
          <a:avLst>
            <a:gd name="adj" fmla="val 56033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Phase</a:t>
          </a:r>
          <a:r>
            <a:rPr lang="en-GB" sz="3800" kern="1200" dirty="0"/>
            <a:t> </a:t>
          </a:r>
          <a:r>
            <a:rPr lang="en-GB" sz="2800" kern="1200" dirty="0"/>
            <a:t>3</a:t>
          </a:r>
        </a:p>
      </dsp:txBody>
      <dsp:txXfrm>
        <a:off x="650121" y="2209983"/>
        <a:ext cx="2414737" cy="11049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897D4B-39FC-4AD4-BB6B-A3348CAAE1AC}">
      <dsp:nvSpPr>
        <dsp:cNvPr id="0" name=""/>
        <dsp:cNvSpPr/>
      </dsp:nvSpPr>
      <dsp:spPr>
        <a:xfrm>
          <a:off x="0" y="380"/>
          <a:ext cx="635069" cy="2509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 </a:t>
          </a:r>
        </a:p>
      </dsp:txBody>
      <dsp:txXfrm>
        <a:off x="0" y="380"/>
        <a:ext cx="635069" cy="250956"/>
      </dsp:txXfrm>
    </dsp:sp>
    <dsp:sp modelId="{33F75C2A-23F9-4AE1-9B74-D5F7BF6CB009}">
      <dsp:nvSpPr>
        <dsp:cNvPr id="0" name=""/>
        <dsp:cNvSpPr/>
      </dsp:nvSpPr>
      <dsp:spPr>
        <a:xfrm>
          <a:off x="0" y="263885"/>
          <a:ext cx="635069" cy="250956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 dirty="0"/>
        </a:p>
      </dsp:txBody>
      <dsp:txXfrm>
        <a:off x="0" y="263885"/>
        <a:ext cx="635069" cy="250956"/>
      </dsp:txXfrm>
    </dsp:sp>
    <dsp:sp modelId="{CA0D0E33-0553-4F38-9934-57C394399D66}">
      <dsp:nvSpPr>
        <dsp:cNvPr id="0" name=""/>
        <dsp:cNvSpPr/>
      </dsp:nvSpPr>
      <dsp:spPr>
        <a:xfrm>
          <a:off x="0" y="527389"/>
          <a:ext cx="635069" cy="250956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 dirty="0"/>
        </a:p>
      </dsp:txBody>
      <dsp:txXfrm>
        <a:off x="0" y="527389"/>
        <a:ext cx="635069" cy="2509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971DD-24D1-4AD4-9AFE-EAA03587D123}">
      <dsp:nvSpPr>
        <dsp:cNvPr id="0" name=""/>
        <dsp:cNvSpPr/>
      </dsp:nvSpPr>
      <dsp:spPr>
        <a:xfrm rot="5400000">
          <a:off x="-208826" y="212388"/>
          <a:ext cx="1392175" cy="974522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Phas</a:t>
          </a:r>
          <a:r>
            <a:rPr lang="en-GB" sz="1200" b="0" kern="1200" dirty="0"/>
            <a:t>e 1</a:t>
          </a:r>
        </a:p>
      </dsp:txBody>
      <dsp:txXfrm rot="-5400000">
        <a:off x="1" y="490822"/>
        <a:ext cx="974522" cy="417653"/>
      </dsp:txXfrm>
    </dsp:sp>
    <dsp:sp modelId="{47569039-FEE8-486A-A416-33C357675783}">
      <dsp:nvSpPr>
        <dsp:cNvPr id="0" name=""/>
        <dsp:cNvSpPr/>
      </dsp:nvSpPr>
      <dsp:spPr>
        <a:xfrm rot="5400000">
          <a:off x="3006603" y="-2028518"/>
          <a:ext cx="904913" cy="496907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3810" rIns="3810" bIns="3810" numCol="1" spcCol="1270" anchor="ctr" anchorCtr="0">
          <a:noAutofit/>
        </a:bodyPr>
        <a:lstStyle/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b="1" kern="1200" dirty="0"/>
            <a:t>10</a:t>
          </a:r>
          <a:r>
            <a:rPr lang="en-GB" sz="600" b="1" kern="1200" baseline="30000" dirty="0"/>
            <a:t>th</a:t>
          </a:r>
          <a:r>
            <a:rPr lang="en-GB" sz="600" b="1" kern="1200" dirty="0"/>
            <a:t> April – 29 April</a:t>
          </a:r>
        </a:p>
        <a:p>
          <a:pPr marL="114300" lvl="2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b="1" u="sng" kern="1200" dirty="0"/>
            <a:t>Meet</a:t>
          </a:r>
          <a:r>
            <a:rPr lang="en-GB" sz="600" kern="1200" dirty="0"/>
            <a:t> to discuss research around chosen area, agree on topic and scope, and set expectations for supervision</a:t>
          </a:r>
        </a:p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b="1" kern="1200" dirty="0"/>
            <a:t>29</a:t>
          </a:r>
          <a:r>
            <a:rPr lang="en-GB" sz="600" b="1" kern="1200" baseline="30000" dirty="0"/>
            <a:t>th</a:t>
          </a:r>
          <a:r>
            <a:rPr lang="en-GB" sz="600" b="1" kern="1200" dirty="0"/>
            <a:t> April – 5</a:t>
          </a:r>
          <a:r>
            <a:rPr lang="en-GB" sz="600" b="1" kern="1200" baseline="30000" dirty="0"/>
            <a:t>th</a:t>
          </a:r>
          <a:r>
            <a:rPr lang="en-GB" sz="600" b="1" kern="1200" dirty="0"/>
            <a:t> </a:t>
          </a:r>
          <a:r>
            <a:rPr lang="en-GB" sz="600" b="1" kern="1200" dirty="0">
              <a:latin typeface="Calibri Light" panose="020F0302020204030204"/>
            </a:rPr>
            <a:t>May</a:t>
          </a:r>
          <a:endParaRPr lang="en-GB" sz="600" b="1" kern="1200" dirty="0"/>
        </a:p>
        <a:p>
          <a:pPr marL="114300" lvl="2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b="1" u="sng" kern="1200" dirty="0"/>
            <a:t>Meet</a:t>
          </a:r>
          <a:r>
            <a:rPr lang="en-GB" sz="600" kern="1200" dirty="0"/>
            <a:t> to agree on aim and objectives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b="1" kern="1200" dirty="0"/>
            <a:t>5</a:t>
          </a:r>
          <a:r>
            <a:rPr lang="en-GB" sz="600" b="1" kern="1200" baseline="30000" dirty="0"/>
            <a:t>th</a:t>
          </a:r>
          <a:r>
            <a:rPr lang="en-GB" sz="600" b="1" kern="1200" dirty="0"/>
            <a:t> May – </a:t>
          </a:r>
          <a:r>
            <a:rPr lang="en-GB" sz="600" b="1" kern="1200" dirty="0">
              <a:latin typeface="Calibri Light" panose="020F0302020204030204"/>
            </a:rPr>
            <a:t>16</a:t>
          </a:r>
          <a:r>
            <a:rPr lang="en-GB" sz="600" b="1" kern="1200" baseline="30000" dirty="0">
              <a:latin typeface="Calibri Light" panose="020F0302020204030204"/>
            </a:rPr>
            <a:t>th</a:t>
          </a:r>
          <a:r>
            <a:rPr lang="en-GB" sz="600" b="1" kern="1200" dirty="0">
              <a:latin typeface="Calibri Light" panose="020F0302020204030204"/>
            </a:rPr>
            <a:t> May</a:t>
          </a:r>
          <a:endParaRPr lang="en-GB" sz="600" b="1" kern="1200" dirty="0"/>
        </a:p>
        <a:p>
          <a:pPr marL="114300" lvl="2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b="1" u="sng" kern="1200" dirty="0"/>
            <a:t>Meet</a:t>
          </a:r>
          <a:r>
            <a:rPr lang="en-GB" sz="600" kern="1200" dirty="0"/>
            <a:t> to discuss related work, methodology choice, and proposal structure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b="1" u="sng" kern="1200" dirty="0"/>
            <a:t>Meet</a:t>
          </a:r>
          <a:r>
            <a:rPr lang="en-GB" sz="600" kern="1200" dirty="0"/>
            <a:t> to discuss proposal work so far and to ask/answer questions prior to submission</a:t>
          </a:r>
        </a:p>
      </dsp:txBody>
      <dsp:txXfrm rot="-5400000">
        <a:off x="974522" y="47737"/>
        <a:ext cx="4924902" cy="816565"/>
      </dsp:txXfrm>
    </dsp:sp>
    <dsp:sp modelId="{C9258908-737F-4BAF-A221-40AB5473706A}">
      <dsp:nvSpPr>
        <dsp:cNvPr id="0" name=""/>
        <dsp:cNvSpPr/>
      </dsp:nvSpPr>
      <dsp:spPr>
        <a:xfrm rot="5400000">
          <a:off x="-208826" y="1407799"/>
          <a:ext cx="1392175" cy="974522"/>
        </a:xfrm>
        <a:prstGeom prst="chevron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Phase</a:t>
          </a:r>
          <a:r>
            <a:rPr lang="en-GB" sz="3800" kern="1200" dirty="0"/>
            <a:t> </a:t>
          </a:r>
          <a:r>
            <a:rPr lang="en-GB" sz="1200" kern="1200" dirty="0"/>
            <a:t>2</a:t>
          </a:r>
        </a:p>
      </dsp:txBody>
      <dsp:txXfrm rot="-5400000">
        <a:off x="1" y="1686233"/>
        <a:ext cx="974522" cy="417653"/>
      </dsp:txXfrm>
    </dsp:sp>
    <dsp:sp modelId="{FDAF49B4-B2E6-456E-8BEC-605CE77CD779}">
      <dsp:nvSpPr>
        <dsp:cNvPr id="0" name=""/>
        <dsp:cNvSpPr/>
      </dsp:nvSpPr>
      <dsp:spPr>
        <a:xfrm rot="5400000">
          <a:off x="3006365" y="-832869"/>
          <a:ext cx="905389" cy="496907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3810" rIns="3810" bIns="3810" numCol="1" spcCol="1270" anchor="ctr" anchorCtr="0">
          <a:noAutofit/>
        </a:bodyPr>
        <a:lstStyle/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b="1" kern="1200" dirty="0"/>
            <a:t>20</a:t>
          </a:r>
          <a:r>
            <a:rPr lang="en-GB" sz="600" b="1" kern="1200" baseline="30000" dirty="0"/>
            <a:t>th</a:t>
          </a:r>
          <a:r>
            <a:rPr lang="en-GB" sz="600" b="1" kern="1200" dirty="0"/>
            <a:t> May – 1</a:t>
          </a:r>
          <a:r>
            <a:rPr lang="en-GB" sz="600" b="1" kern="1200" baseline="30000" dirty="0"/>
            <a:t>st</a:t>
          </a:r>
          <a:r>
            <a:rPr lang="en-GB" sz="600" b="1" kern="1200" dirty="0"/>
            <a:t> June</a:t>
          </a:r>
        </a:p>
        <a:p>
          <a:pPr marL="114300" lvl="2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b="1" u="sng" kern="1200" dirty="0"/>
            <a:t>Meet</a:t>
          </a:r>
          <a:r>
            <a:rPr lang="en-GB" sz="600" kern="1200" dirty="0"/>
            <a:t> to discuss feedback on proposal, changes needed, and research ethics application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b="1" kern="1200" dirty="0"/>
            <a:t>1</a:t>
          </a:r>
          <a:r>
            <a:rPr lang="en-GB" sz="600" b="1" kern="1200" baseline="30000" dirty="0"/>
            <a:t>st</a:t>
          </a:r>
          <a:r>
            <a:rPr lang="en-GB" sz="600" b="1" kern="1200" dirty="0"/>
            <a:t> June– 12</a:t>
          </a:r>
          <a:r>
            <a:rPr lang="en-GB" sz="600" b="1" kern="1200" baseline="30000" dirty="0"/>
            <a:t>th</a:t>
          </a:r>
          <a:r>
            <a:rPr lang="en-GB" sz="600" b="1" kern="1200" dirty="0"/>
            <a:t> June</a:t>
          </a:r>
        </a:p>
        <a:p>
          <a:pPr marL="114300" lvl="2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b="1" u="sng" kern="1200" dirty="0"/>
            <a:t>Meet</a:t>
          </a:r>
          <a:r>
            <a:rPr lang="en-GB" sz="600" kern="1200" dirty="0"/>
            <a:t> to discuss draft chapter structure (methodology or lit. review)</a:t>
          </a:r>
        </a:p>
        <a:p>
          <a:pPr marL="114300" lvl="2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Work in progress update (experiments or research)</a:t>
          </a:r>
        </a:p>
      </dsp:txBody>
      <dsp:txXfrm rot="-5400000">
        <a:off x="974522" y="1243171"/>
        <a:ext cx="4924879" cy="816995"/>
      </dsp:txXfrm>
    </dsp:sp>
    <dsp:sp modelId="{3EB9AB52-5E5E-48E3-933B-9D07975EC68F}">
      <dsp:nvSpPr>
        <dsp:cNvPr id="0" name=""/>
        <dsp:cNvSpPr/>
      </dsp:nvSpPr>
      <dsp:spPr>
        <a:xfrm rot="5400000">
          <a:off x="-208826" y="2603210"/>
          <a:ext cx="1392175" cy="974522"/>
        </a:xfrm>
        <a:prstGeom prst="chevron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Phase 3</a:t>
          </a:r>
        </a:p>
      </dsp:txBody>
      <dsp:txXfrm rot="-5400000">
        <a:off x="1" y="2881644"/>
        <a:ext cx="974522" cy="417653"/>
      </dsp:txXfrm>
    </dsp:sp>
    <dsp:sp modelId="{391E6617-B996-4193-9B68-5BE240A2D865}">
      <dsp:nvSpPr>
        <dsp:cNvPr id="0" name=""/>
        <dsp:cNvSpPr/>
      </dsp:nvSpPr>
      <dsp:spPr>
        <a:xfrm rot="5400000">
          <a:off x="3006603" y="362303"/>
          <a:ext cx="904913" cy="496907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3810" rIns="3810" bIns="3810" numCol="1" spcCol="1270" anchor="ctr" anchorCtr="0">
          <a:noAutofit/>
        </a:bodyPr>
        <a:lstStyle/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b="1" kern="1200" dirty="0"/>
            <a:t>20</a:t>
          </a:r>
          <a:r>
            <a:rPr lang="en-GB" sz="600" b="1" kern="1200" baseline="30000" dirty="0"/>
            <a:t>th</a:t>
          </a:r>
          <a:r>
            <a:rPr lang="en-GB" sz="600" b="1" kern="1200" dirty="0"/>
            <a:t> June –</a:t>
          </a:r>
          <a:r>
            <a:rPr lang="en-GB" sz="600" b="1" kern="1200" dirty="0">
              <a:latin typeface="Calibri Light" panose="020F0302020204030204"/>
            </a:rPr>
            <a:t> 15</a:t>
          </a:r>
          <a:r>
            <a:rPr lang="en-GB" sz="600" b="1" kern="1200" dirty="0"/>
            <a:t> July</a:t>
          </a:r>
        </a:p>
        <a:p>
          <a:pPr marL="114300" lvl="2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b="1" u="sng" kern="1200" dirty="0"/>
            <a:t>Meet</a:t>
          </a:r>
          <a:r>
            <a:rPr lang="en-GB" sz="600" kern="1200" dirty="0"/>
            <a:t> to discuss feedback on draft chapter, clarify any changes needed</a:t>
          </a:r>
        </a:p>
        <a:p>
          <a:pPr marL="114300" lvl="2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Agree on minimum requirements for a pass and plan outstanding work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Finish experiments or research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Write remaining chapters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Submit for plagiarism check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Act on Turnitin report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Submit final</a:t>
          </a:r>
        </a:p>
      </dsp:txBody>
      <dsp:txXfrm rot="-5400000">
        <a:off x="974522" y="2438558"/>
        <a:ext cx="4924902" cy="8165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897D4B-39FC-4AD4-BB6B-A3348CAAE1AC}">
      <dsp:nvSpPr>
        <dsp:cNvPr id="0" name=""/>
        <dsp:cNvSpPr/>
      </dsp:nvSpPr>
      <dsp:spPr>
        <a:xfrm>
          <a:off x="0" y="380"/>
          <a:ext cx="635069" cy="2509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 </a:t>
          </a:r>
        </a:p>
      </dsp:txBody>
      <dsp:txXfrm>
        <a:off x="0" y="380"/>
        <a:ext cx="635069" cy="250956"/>
      </dsp:txXfrm>
    </dsp:sp>
    <dsp:sp modelId="{33F75C2A-23F9-4AE1-9B74-D5F7BF6CB009}">
      <dsp:nvSpPr>
        <dsp:cNvPr id="0" name=""/>
        <dsp:cNvSpPr/>
      </dsp:nvSpPr>
      <dsp:spPr>
        <a:xfrm>
          <a:off x="0" y="263885"/>
          <a:ext cx="635069" cy="250956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 dirty="0"/>
        </a:p>
      </dsp:txBody>
      <dsp:txXfrm>
        <a:off x="0" y="263885"/>
        <a:ext cx="635069" cy="250956"/>
      </dsp:txXfrm>
    </dsp:sp>
    <dsp:sp modelId="{CA0D0E33-0553-4F38-9934-57C394399D66}">
      <dsp:nvSpPr>
        <dsp:cNvPr id="0" name=""/>
        <dsp:cNvSpPr/>
      </dsp:nvSpPr>
      <dsp:spPr>
        <a:xfrm>
          <a:off x="0" y="527389"/>
          <a:ext cx="635069" cy="250956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 dirty="0"/>
        </a:p>
      </dsp:txBody>
      <dsp:txXfrm>
        <a:off x="0" y="527389"/>
        <a:ext cx="635069" cy="2509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D51CA3-F134-4B11-AC4F-2767B0EEDA17}">
      <dsp:nvSpPr>
        <dsp:cNvPr id="0" name=""/>
        <dsp:cNvSpPr/>
      </dsp:nvSpPr>
      <dsp:spPr>
        <a:xfrm>
          <a:off x="3095817" y="0"/>
          <a:ext cx="2367390" cy="1104992"/>
        </a:xfrm>
        <a:prstGeom prst="nonIsoscelesTrapezoid">
          <a:avLst>
            <a:gd name="adj1" fmla="val 56033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Discuss research around the topic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Define aim and objectives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Discuss methodology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Prepare and submit proposal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Discuss feedback on proposal</a:t>
          </a:r>
        </a:p>
      </dsp:txBody>
      <dsp:txXfrm>
        <a:off x="3714981" y="0"/>
        <a:ext cx="1748226" cy="1104992"/>
      </dsp:txXfrm>
    </dsp:sp>
    <dsp:sp modelId="{EAF5C627-58E6-4B6E-8A59-C7ECEBB03F0D}">
      <dsp:nvSpPr>
        <dsp:cNvPr id="0" name=""/>
        <dsp:cNvSpPr/>
      </dsp:nvSpPr>
      <dsp:spPr>
        <a:xfrm rot="10800000">
          <a:off x="0" y="0"/>
          <a:ext cx="3714981" cy="1104992"/>
        </a:xfrm>
        <a:prstGeom prst="trapezoid">
          <a:avLst>
            <a:gd name="adj" fmla="val 5603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Phase 1</a:t>
          </a:r>
        </a:p>
      </dsp:txBody>
      <dsp:txXfrm rot="-10800000">
        <a:off x="650121" y="0"/>
        <a:ext cx="2414737" cy="1104992"/>
      </dsp:txXfrm>
    </dsp:sp>
    <dsp:sp modelId="{CD11D2B0-9D57-4981-BCFB-2D916A5425E7}">
      <dsp:nvSpPr>
        <dsp:cNvPr id="0" name=""/>
        <dsp:cNvSpPr/>
      </dsp:nvSpPr>
      <dsp:spPr>
        <a:xfrm>
          <a:off x="2476654" y="1104992"/>
          <a:ext cx="2986553" cy="1104992"/>
        </a:xfrm>
        <a:prstGeom prst="nonIsoscelesTrapezoid">
          <a:avLst>
            <a:gd name="adj1" fmla="val 56033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Act on feedback received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Apply for research ethics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Start working on proposed project (experiments or research)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Prepare and submit a draft chapter (methodology or lit. review)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Discuss feedback on draft chapter</a:t>
          </a:r>
        </a:p>
      </dsp:txBody>
      <dsp:txXfrm>
        <a:off x="3095817" y="1104992"/>
        <a:ext cx="2367390" cy="1104992"/>
      </dsp:txXfrm>
    </dsp:sp>
    <dsp:sp modelId="{BEFCD2C9-4D47-44FE-B495-272EB4A073D0}">
      <dsp:nvSpPr>
        <dsp:cNvPr id="0" name=""/>
        <dsp:cNvSpPr/>
      </dsp:nvSpPr>
      <dsp:spPr>
        <a:xfrm rot="10800000">
          <a:off x="619163" y="1104992"/>
          <a:ext cx="2476654" cy="1104992"/>
        </a:xfrm>
        <a:prstGeom prst="trapezoid">
          <a:avLst>
            <a:gd name="adj" fmla="val 56033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Phase</a:t>
          </a:r>
          <a:r>
            <a:rPr lang="en-GB" sz="3800" kern="1200" dirty="0"/>
            <a:t> </a:t>
          </a:r>
          <a:r>
            <a:rPr lang="en-GB" sz="2800" kern="1200" dirty="0"/>
            <a:t>2</a:t>
          </a:r>
        </a:p>
      </dsp:txBody>
      <dsp:txXfrm rot="-10800000">
        <a:off x="1052578" y="1104992"/>
        <a:ext cx="1609825" cy="1104992"/>
      </dsp:txXfrm>
    </dsp:sp>
    <dsp:sp modelId="{9F0C0812-6C47-4523-AF00-344317917F18}">
      <dsp:nvSpPr>
        <dsp:cNvPr id="0" name=""/>
        <dsp:cNvSpPr/>
      </dsp:nvSpPr>
      <dsp:spPr>
        <a:xfrm>
          <a:off x="1857490" y="2209983"/>
          <a:ext cx="3605717" cy="1104992"/>
        </a:xfrm>
        <a:prstGeom prst="nonIsoscelesTrapezoid">
          <a:avLst>
            <a:gd name="adj1" fmla="val 56033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Act on feedback received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Finish experiments or research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Write remaining chapters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Submit for plagiarism check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Act on Turnitin report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Submit final</a:t>
          </a:r>
        </a:p>
      </dsp:txBody>
      <dsp:txXfrm>
        <a:off x="2476654" y="2209983"/>
        <a:ext cx="2986553" cy="1104992"/>
      </dsp:txXfrm>
    </dsp:sp>
    <dsp:sp modelId="{37B15BB2-5EE2-45E3-BBD0-8125EB31C290}">
      <dsp:nvSpPr>
        <dsp:cNvPr id="0" name=""/>
        <dsp:cNvSpPr/>
      </dsp:nvSpPr>
      <dsp:spPr>
        <a:xfrm rot="10800000">
          <a:off x="1238327" y="2209983"/>
          <a:ext cx="1238327" cy="1104992"/>
        </a:xfrm>
        <a:prstGeom prst="trapezoid">
          <a:avLst>
            <a:gd name="adj" fmla="val 56033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Phase</a:t>
          </a:r>
          <a:r>
            <a:rPr lang="en-GB" sz="3800" kern="1200" dirty="0"/>
            <a:t> </a:t>
          </a:r>
          <a:r>
            <a:rPr lang="en-GB" sz="2800" kern="1200" dirty="0"/>
            <a:t>3</a:t>
          </a:r>
        </a:p>
      </dsp:txBody>
      <dsp:txXfrm rot="-10800000">
        <a:off x="1238327" y="2209983"/>
        <a:ext cx="1238327" cy="110499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897D4B-39FC-4AD4-BB6B-A3348CAAE1AC}">
      <dsp:nvSpPr>
        <dsp:cNvPr id="0" name=""/>
        <dsp:cNvSpPr/>
      </dsp:nvSpPr>
      <dsp:spPr>
        <a:xfrm>
          <a:off x="0" y="380"/>
          <a:ext cx="635069" cy="2509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 </a:t>
          </a:r>
        </a:p>
      </dsp:txBody>
      <dsp:txXfrm>
        <a:off x="0" y="380"/>
        <a:ext cx="635069" cy="250956"/>
      </dsp:txXfrm>
    </dsp:sp>
    <dsp:sp modelId="{33F75C2A-23F9-4AE1-9B74-D5F7BF6CB009}">
      <dsp:nvSpPr>
        <dsp:cNvPr id="0" name=""/>
        <dsp:cNvSpPr/>
      </dsp:nvSpPr>
      <dsp:spPr>
        <a:xfrm>
          <a:off x="0" y="263885"/>
          <a:ext cx="635069" cy="250956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 dirty="0"/>
        </a:p>
      </dsp:txBody>
      <dsp:txXfrm>
        <a:off x="0" y="263885"/>
        <a:ext cx="635069" cy="250956"/>
      </dsp:txXfrm>
    </dsp:sp>
    <dsp:sp modelId="{CA0D0E33-0553-4F38-9934-57C394399D66}">
      <dsp:nvSpPr>
        <dsp:cNvPr id="0" name=""/>
        <dsp:cNvSpPr/>
      </dsp:nvSpPr>
      <dsp:spPr>
        <a:xfrm>
          <a:off x="0" y="527389"/>
          <a:ext cx="635069" cy="250956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 dirty="0"/>
        </a:p>
      </dsp:txBody>
      <dsp:txXfrm>
        <a:off x="0" y="527389"/>
        <a:ext cx="635069" cy="25095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28BE3A-A943-4D5C-B392-D32B0433EC35}">
      <dsp:nvSpPr>
        <dsp:cNvPr id="0" name=""/>
        <dsp:cNvSpPr/>
      </dsp:nvSpPr>
      <dsp:spPr>
        <a:xfrm>
          <a:off x="0" y="198767"/>
          <a:ext cx="6096000" cy="4591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3117" tIns="229108" rIns="473117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i="0" kern="1200" dirty="0"/>
            <a:t>Data visualisation dashboard for Covid-19 taskforce</a:t>
          </a:r>
          <a:endParaRPr lang="en-GB" sz="1100" kern="1200" dirty="0"/>
        </a:p>
      </dsp:txBody>
      <dsp:txXfrm>
        <a:off x="0" y="198767"/>
        <a:ext cx="6096000" cy="459112"/>
      </dsp:txXfrm>
    </dsp:sp>
    <dsp:sp modelId="{6BAAD05E-521C-473C-820F-06C508248263}">
      <dsp:nvSpPr>
        <dsp:cNvPr id="0" name=""/>
        <dsp:cNvSpPr/>
      </dsp:nvSpPr>
      <dsp:spPr>
        <a:xfrm>
          <a:off x="304800" y="36407"/>
          <a:ext cx="426720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MSc Information and Technology (MSCIT)</a:t>
          </a:r>
        </a:p>
      </dsp:txBody>
      <dsp:txXfrm>
        <a:off x="320652" y="52259"/>
        <a:ext cx="4235496" cy="293016"/>
      </dsp:txXfrm>
    </dsp:sp>
    <dsp:sp modelId="{1EDD140A-CCEB-4BBB-9698-65104E9B41E7}">
      <dsp:nvSpPr>
        <dsp:cNvPr id="0" name=""/>
        <dsp:cNvSpPr/>
      </dsp:nvSpPr>
      <dsp:spPr>
        <a:xfrm>
          <a:off x="0" y="879639"/>
          <a:ext cx="6096000" cy="4591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3117" tIns="229108" rIns="473117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b="0" i="0" kern="1200" dirty="0"/>
            <a:t>Machine learning-based dementia prediction</a:t>
          </a:r>
          <a:endParaRPr lang="en-GB" sz="1100" kern="1200" dirty="0"/>
        </a:p>
      </dsp:txBody>
      <dsp:txXfrm>
        <a:off x="0" y="879639"/>
        <a:ext cx="6096000" cy="459112"/>
      </dsp:txXfrm>
    </dsp:sp>
    <dsp:sp modelId="{31C067C8-728B-418A-A6E4-52D959F2431A}">
      <dsp:nvSpPr>
        <dsp:cNvPr id="0" name=""/>
        <dsp:cNvSpPr/>
      </dsp:nvSpPr>
      <dsp:spPr>
        <a:xfrm>
          <a:off x="304800" y="717279"/>
          <a:ext cx="426720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MSc Data Science (MDATS)</a:t>
          </a:r>
        </a:p>
      </dsp:txBody>
      <dsp:txXfrm>
        <a:off x="320652" y="733131"/>
        <a:ext cx="4235496" cy="293016"/>
      </dsp:txXfrm>
    </dsp:sp>
    <dsp:sp modelId="{3D4FF338-E544-4F82-9396-C3B4AF42E8E1}">
      <dsp:nvSpPr>
        <dsp:cNvPr id="0" name=""/>
        <dsp:cNvSpPr/>
      </dsp:nvSpPr>
      <dsp:spPr>
        <a:xfrm>
          <a:off x="0" y="1560512"/>
          <a:ext cx="60960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5B25C5-6B10-4BF2-B127-924E2B956B2C}">
      <dsp:nvSpPr>
        <dsp:cNvPr id="0" name=""/>
        <dsp:cNvSpPr/>
      </dsp:nvSpPr>
      <dsp:spPr>
        <a:xfrm>
          <a:off x="304800" y="1398152"/>
          <a:ext cx="426720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An investigation into smart electricity meters and their applications</a:t>
          </a:r>
          <a:endParaRPr lang="en-GB" sz="1100" kern="1200" dirty="0"/>
        </a:p>
      </dsp:txBody>
      <dsp:txXfrm>
        <a:off x="320652" y="1414004"/>
        <a:ext cx="4235496" cy="293016"/>
      </dsp:txXfrm>
    </dsp:sp>
    <dsp:sp modelId="{347BD827-9E79-4942-B39A-62A4BD6284C4}">
      <dsp:nvSpPr>
        <dsp:cNvPr id="0" name=""/>
        <dsp:cNvSpPr/>
      </dsp:nvSpPr>
      <dsp:spPr>
        <a:xfrm>
          <a:off x="0" y="2059472"/>
          <a:ext cx="6096000" cy="606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3117" tIns="229108" rIns="473117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b="0" i="0" kern="1200"/>
            <a:t>To investigate use of tracking devices (wearables) for a digital forensics examination</a:t>
          </a:r>
          <a:endParaRPr lang="en-GB" sz="1100" kern="1200" dirty="0"/>
        </a:p>
      </dsp:txBody>
      <dsp:txXfrm>
        <a:off x="0" y="2059472"/>
        <a:ext cx="6096000" cy="606375"/>
      </dsp:txXfrm>
    </dsp:sp>
    <dsp:sp modelId="{E2F48337-4012-456B-B625-A2D110FA9925}">
      <dsp:nvSpPr>
        <dsp:cNvPr id="0" name=""/>
        <dsp:cNvSpPr/>
      </dsp:nvSpPr>
      <dsp:spPr>
        <a:xfrm>
          <a:off x="304800" y="1897112"/>
          <a:ext cx="426720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MSc Cyber Security &amp; Digital Forensics (MCSDF)</a:t>
          </a:r>
        </a:p>
      </dsp:txBody>
      <dsp:txXfrm>
        <a:off x="320652" y="1912964"/>
        <a:ext cx="4235496" cy="293016"/>
      </dsp:txXfrm>
    </dsp:sp>
    <dsp:sp modelId="{43B9DA40-CA8A-42D8-B199-E48AC09462D4}">
      <dsp:nvSpPr>
        <dsp:cNvPr id="0" name=""/>
        <dsp:cNvSpPr/>
      </dsp:nvSpPr>
      <dsp:spPr>
        <a:xfrm>
          <a:off x="0" y="2887607"/>
          <a:ext cx="6096000" cy="4591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3117" tIns="229108" rIns="473117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b="0" i="0" kern="1200" dirty="0"/>
            <a:t>The design and implementation of an attack-defend CTF scenario</a:t>
          </a:r>
          <a:endParaRPr lang="en-GB" sz="1100" kern="1200" dirty="0"/>
        </a:p>
      </dsp:txBody>
      <dsp:txXfrm>
        <a:off x="0" y="2887607"/>
        <a:ext cx="6096000" cy="459112"/>
      </dsp:txXfrm>
    </dsp:sp>
    <dsp:sp modelId="{B6D0378C-EA1B-407F-A874-FF48EAE057F8}">
      <dsp:nvSpPr>
        <dsp:cNvPr id="0" name=""/>
        <dsp:cNvSpPr/>
      </dsp:nvSpPr>
      <dsp:spPr>
        <a:xfrm>
          <a:off x="304800" y="2725247"/>
          <a:ext cx="426720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MSc Cyber Security (MCYBS)</a:t>
          </a:r>
        </a:p>
      </dsp:txBody>
      <dsp:txXfrm>
        <a:off x="320652" y="2741099"/>
        <a:ext cx="4235496" cy="293016"/>
      </dsp:txXfrm>
    </dsp:sp>
    <dsp:sp modelId="{AE281BA5-A593-4370-B89A-71904292E624}">
      <dsp:nvSpPr>
        <dsp:cNvPr id="0" name=""/>
        <dsp:cNvSpPr/>
      </dsp:nvSpPr>
      <dsp:spPr>
        <a:xfrm>
          <a:off x="0" y="3568480"/>
          <a:ext cx="6096000" cy="4591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3117" tIns="229108" rIns="473117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b="0" i="0" kern="1200"/>
            <a:t>Automated generation of functional test for REST APIs</a:t>
          </a:r>
          <a:endParaRPr lang="en-GB" sz="1100" kern="1200" dirty="0"/>
        </a:p>
      </dsp:txBody>
      <dsp:txXfrm>
        <a:off x="0" y="3568480"/>
        <a:ext cx="6096000" cy="459112"/>
      </dsp:txXfrm>
    </dsp:sp>
    <dsp:sp modelId="{CD9AED1B-4412-4D2A-B159-3F0F9869D941}">
      <dsp:nvSpPr>
        <dsp:cNvPr id="0" name=""/>
        <dsp:cNvSpPr/>
      </dsp:nvSpPr>
      <dsp:spPr>
        <a:xfrm>
          <a:off x="304800" y="3406120"/>
          <a:ext cx="4267200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MSc Advanced Computer Science (MADCS)</a:t>
          </a:r>
          <a:endParaRPr lang="en-GB" sz="1100" kern="1200" dirty="0"/>
        </a:p>
      </dsp:txBody>
      <dsp:txXfrm>
        <a:off x="320652" y="3421972"/>
        <a:ext cx="4235496" cy="29301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77FF7-39CF-4218-BE01-53FCDCDC6734}">
      <dsp:nvSpPr>
        <dsp:cNvPr id="0" name=""/>
        <dsp:cNvSpPr/>
      </dsp:nvSpPr>
      <dsp:spPr>
        <a:xfrm>
          <a:off x="-2632043" y="-408466"/>
          <a:ext cx="3160345" cy="3160345"/>
        </a:xfrm>
        <a:prstGeom prst="blockArc">
          <a:avLst>
            <a:gd name="adj1" fmla="val 18900000"/>
            <a:gd name="adj2" fmla="val 2700000"/>
            <a:gd name="adj3" fmla="val 683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F96709-29A7-4B3E-9B22-44EC5ED57011}">
      <dsp:nvSpPr>
        <dsp:cNvPr id="0" name=""/>
        <dsp:cNvSpPr/>
      </dsp:nvSpPr>
      <dsp:spPr>
        <a:xfrm>
          <a:off x="430777" y="334779"/>
          <a:ext cx="2424251" cy="6694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89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Recorded Presentation</a:t>
          </a:r>
        </a:p>
      </dsp:txBody>
      <dsp:txXfrm>
        <a:off x="430777" y="334779"/>
        <a:ext cx="2424251" cy="669465"/>
      </dsp:txXfrm>
    </dsp:sp>
    <dsp:sp modelId="{A82EB15C-6ABA-4235-BC73-A7265EC511C9}">
      <dsp:nvSpPr>
        <dsp:cNvPr id="0" name=""/>
        <dsp:cNvSpPr/>
      </dsp:nvSpPr>
      <dsp:spPr>
        <a:xfrm>
          <a:off x="12361" y="251096"/>
          <a:ext cx="836832" cy="836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F5C05D-C73E-49BC-A7A6-8B7FBBCAF0F7}">
      <dsp:nvSpPr>
        <dsp:cNvPr id="0" name=""/>
        <dsp:cNvSpPr/>
      </dsp:nvSpPr>
      <dsp:spPr>
        <a:xfrm>
          <a:off x="430777" y="1339166"/>
          <a:ext cx="2424251" cy="6694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89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Dissertation</a:t>
          </a:r>
          <a:endParaRPr lang="en-GB" sz="2100" kern="1200" dirty="0"/>
        </a:p>
      </dsp:txBody>
      <dsp:txXfrm>
        <a:off x="430777" y="1339166"/>
        <a:ext cx="2424251" cy="669465"/>
      </dsp:txXfrm>
    </dsp:sp>
    <dsp:sp modelId="{C7CD0E80-0870-408A-870F-70AC519E637F}">
      <dsp:nvSpPr>
        <dsp:cNvPr id="0" name=""/>
        <dsp:cNvSpPr/>
      </dsp:nvSpPr>
      <dsp:spPr>
        <a:xfrm>
          <a:off x="12361" y="1255482"/>
          <a:ext cx="836832" cy="836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6CB3A5-709F-4B57-8F09-25983B8CB9B7}">
      <dsp:nvSpPr>
        <dsp:cNvPr id="0" name=""/>
        <dsp:cNvSpPr/>
      </dsp:nvSpPr>
      <dsp:spPr>
        <a:xfrm>
          <a:off x="12" y="394722"/>
          <a:ext cx="1170784" cy="4477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Research Ethics</a:t>
          </a:r>
        </a:p>
      </dsp:txBody>
      <dsp:txXfrm>
        <a:off x="12" y="394722"/>
        <a:ext cx="1170784" cy="447770"/>
      </dsp:txXfrm>
    </dsp:sp>
    <dsp:sp modelId="{7DEDED4A-E5BA-410D-9D71-C8EEDF35BC18}">
      <dsp:nvSpPr>
        <dsp:cNvPr id="0" name=""/>
        <dsp:cNvSpPr/>
      </dsp:nvSpPr>
      <dsp:spPr>
        <a:xfrm>
          <a:off x="12" y="842492"/>
          <a:ext cx="1170784" cy="69585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Required to pass the module</a:t>
          </a:r>
        </a:p>
      </dsp:txBody>
      <dsp:txXfrm>
        <a:off x="12" y="842492"/>
        <a:ext cx="1170784" cy="695857"/>
      </dsp:txXfrm>
    </dsp:sp>
    <dsp:sp modelId="{D571C5E2-DA96-4CFF-B38B-196635E8554F}">
      <dsp:nvSpPr>
        <dsp:cNvPr id="0" name=""/>
        <dsp:cNvSpPr/>
      </dsp:nvSpPr>
      <dsp:spPr>
        <a:xfrm>
          <a:off x="1334706" y="394722"/>
          <a:ext cx="1170784" cy="4477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Live Q&amp;A</a:t>
          </a:r>
        </a:p>
      </dsp:txBody>
      <dsp:txXfrm>
        <a:off x="1334706" y="394722"/>
        <a:ext cx="1170784" cy="447770"/>
      </dsp:txXfrm>
    </dsp:sp>
    <dsp:sp modelId="{CB6A5DA5-7216-4C54-ABBE-ADE822EDBB6E}">
      <dsp:nvSpPr>
        <dsp:cNvPr id="0" name=""/>
        <dsp:cNvSpPr/>
      </dsp:nvSpPr>
      <dsp:spPr>
        <a:xfrm>
          <a:off x="1334706" y="842492"/>
          <a:ext cx="1170784" cy="69585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Before </a:t>
          </a:r>
          <a:r>
            <a:rPr lang="en-GB" sz="1300" kern="1200" dirty="0">
              <a:latin typeface="Arial"/>
            </a:rPr>
            <a:t>16/09/2024</a:t>
          </a:r>
          <a:endParaRPr lang="en-GB" sz="1300" kern="1200" dirty="0"/>
        </a:p>
      </dsp:txBody>
      <dsp:txXfrm>
        <a:off x="1334706" y="842492"/>
        <a:ext cx="1170784" cy="69585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2A9474-9902-44CB-BC53-CB7A4517ADA1}">
      <dsp:nvSpPr>
        <dsp:cNvPr id="0" name=""/>
        <dsp:cNvSpPr/>
      </dsp:nvSpPr>
      <dsp:spPr>
        <a:xfrm>
          <a:off x="817559" y="1196663"/>
          <a:ext cx="1531129" cy="10212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Presentation + Q&amp;A</a:t>
          </a:r>
          <a:endParaRPr lang="en-GB" sz="1600" kern="1200" dirty="0"/>
        </a:p>
      </dsp:txBody>
      <dsp:txXfrm>
        <a:off x="1062540" y="1196663"/>
        <a:ext cx="1286149" cy="1021263"/>
      </dsp:txXfrm>
    </dsp:sp>
    <dsp:sp modelId="{516CF24A-AA90-4B51-A78B-672369C4EC41}">
      <dsp:nvSpPr>
        <dsp:cNvPr id="0" name=""/>
        <dsp:cNvSpPr/>
      </dsp:nvSpPr>
      <dsp:spPr>
        <a:xfrm>
          <a:off x="957" y="788362"/>
          <a:ext cx="1020753" cy="10207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20%</a:t>
          </a:r>
        </a:p>
      </dsp:txBody>
      <dsp:txXfrm>
        <a:off x="150443" y="937848"/>
        <a:ext cx="721781" cy="721781"/>
      </dsp:txXfrm>
    </dsp:sp>
    <dsp:sp modelId="{EC8096FE-3131-4727-85EE-01CDE1A52FA6}">
      <dsp:nvSpPr>
        <dsp:cNvPr id="0" name=""/>
        <dsp:cNvSpPr/>
      </dsp:nvSpPr>
      <dsp:spPr>
        <a:xfrm>
          <a:off x="3369442" y="1196663"/>
          <a:ext cx="1531129" cy="10212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Dissertation</a:t>
          </a:r>
          <a:endParaRPr lang="en-GB" sz="1600" kern="1200" dirty="0"/>
        </a:p>
      </dsp:txBody>
      <dsp:txXfrm>
        <a:off x="3614423" y="1196663"/>
        <a:ext cx="1286149" cy="1021263"/>
      </dsp:txXfrm>
    </dsp:sp>
    <dsp:sp modelId="{955CA13E-6EDB-42AE-839A-CFCDDBA918B8}">
      <dsp:nvSpPr>
        <dsp:cNvPr id="0" name=""/>
        <dsp:cNvSpPr/>
      </dsp:nvSpPr>
      <dsp:spPr>
        <a:xfrm>
          <a:off x="2552840" y="788362"/>
          <a:ext cx="1020753" cy="10207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80%</a:t>
          </a:r>
        </a:p>
      </dsp:txBody>
      <dsp:txXfrm>
        <a:off x="2702326" y="937848"/>
        <a:ext cx="721781" cy="72178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4C8698-DD1A-42E4-ADE5-019E483C4470}">
      <dsp:nvSpPr>
        <dsp:cNvPr id="0" name=""/>
        <dsp:cNvSpPr/>
      </dsp:nvSpPr>
      <dsp:spPr>
        <a:xfrm>
          <a:off x="621594" y="0"/>
          <a:ext cx="3125750" cy="1953594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036D8A-C903-48FC-BE15-06EE08D6D53B}">
      <dsp:nvSpPr>
        <dsp:cNvPr id="0" name=""/>
        <dsp:cNvSpPr/>
      </dsp:nvSpPr>
      <dsp:spPr>
        <a:xfrm>
          <a:off x="1348331" y="1064708"/>
          <a:ext cx="109401" cy="1094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38FF7-DA5A-4CD6-90FA-4EFBB6981B63}">
      <dsp:nvSpPr>
        <dsp:cNvPr id="0" name=""/>
        <dsp:cNvSpPr/>
      </dsp:nvSpPr>
      <dsp:spPr>
        <a:xfrm>
          <a:off x="1403032" y="1119409"/>
          <a:ext cx="1015868" cy="834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969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Proposal</a:t>
          </a:r>
        </a:p>
      </dsp:txBody>
      <dsp:txXfrm>
        <a:off x="1403032" y="1119409"/>
        <a:ext cx="1015868" cy="834184"/>
      </dsp:txXfrm>
    </dsp:sp>
    <dsp:sp modelId="{10FB77F4-237B-4978-B75C-FF92E8ACF538}">
      <dsp:nvSpPr>
        <dsp:cNvPr id="0" name=""/>
        <dsp:cNvSpPr/>
      </dsp:nvSpPr>
      <dsp:spPr>
        <a:xfrm>
          <a:off x="2356386" y="566542"/>
          <a:ext cx="187545" cy="1875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10475F-80F7-414C-8A02-F6FFA8D0FFF7}">
      <dsp:nvSpPr>
        <dsp:cNvPr id="0" name=""/>
        <dsp:cNvSpPr/>
      </dsp:nvSpPr>
      <dsp:spPr>
        <a:xfrm>
          <a:off x="2450158" y="660314"/>
          <a:ext cx="1015868" cy="1293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376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Draft Chapter</a:t>
          </a:r>
        </a:p>
      </dsp:txBody>
      <dsp:txXfrm>
        <a:off x="2450158" y="660314"/>
        <a:ext cx="1015868" cy="1293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3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3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3:notes"/>
          <p:cNvSpPr txBox="1">
            <a:spLocks noGrp="1"/>
          </p:cNvSpPr>
          <p:nvPr>
            <p:ph type="body" idx="1"/>
          </p:nvPr>
        </p:nvSpPr>
        <p:spPr>
          <a:xfrm>
            <a:off x="709931" y="4861441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99025" rIns="99025" bIns="99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56585376-5AF4-4DC8-917D-0AC5A4AE40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6D29064A-9077-411D-B759-EDF2E8BE3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6E867675-B7F6-4B44-B1CE-FC27B8881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E41B560-7B4B-49B8-BB06-F3FF74A7F5D7}" type="slidenum">
              <a:rPr lang="en-GB" altLang="en-US"/>
              <a:pPr eaLnBrk="1" hangingPunct="1"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0BD8390A-71AA-4EFA-B48C-D632356466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74F3584A-0028-47F1-87F9-1528A5FC8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FE2398D2-2FE8-4E16-BF7E-3C4219EEF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B139B9E-2760-483E-B11C-7A419238DEB9}" type="slidenum">
              <a:rPr lang="en-GB" altLang="en-US"/>
              <a:pPr eaLnBrk="1" hangingPunct="1"/>
              <a:t>6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BABDBE81-6246-4803-BD87-0EB4ED7F90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32E5C368-8ACB-4D14-95BD-DC9553037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6EDAD968-3AEF-49C1-B239-51A33C5C7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9D75ECC-65FE-45F5-B88D-A2ED2AB6E3DC}" type="slidenum">
              <a:rPr lang="en-GB" altLang="en-US"/>
              <a:pPr eaLnBrk="1" hangingPunct="1"/>
              <a:t>7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E76720E5-0684-45B2-A93C-F8262A9250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5A09A574-F39F-419C-944C-387A22D45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952122EF-28C5-4887-BCB1-343792BDC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4C69C00-D871-45BC-B1D3-0952091B54D9}" type="slidenum">
              <a:rPr lang="en-GB" altLang="en-US"/>
              <a:pPr eaLnBrk="1" hangingPunct="1"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84571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54C5D75F-2FF1-4A60-B58B-48797D70CC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EEE53828-6C21-420D-B409-B4FA98127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3B6896D5-6C97-4951-BD28-74E361784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ACDE795-C30B-4FA2-9ECC-084E7316CE51}" type="slidenum">
              <a:rPr lang="en-GB" altLang="en-US"/>
              <a:pPr eaLnBrk="1" hangingPunct="1"/>
              <a:t>9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C0DE8CDA-A9F2-4E82-AB13-1A24B04726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751838D4-EF1A-4A28-9BC4-EBA96B8F6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793E8539-EF3F-42EC-87D6-964D1C999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EA990DF-0206-4044-9D1D-6CA3A8A805CB}" type="slidenum">
              <a:rPr lang="en-GB" altLang="en-US"/>
              <a:pPr eaLnBrk="1" hangingPunct="1"/>
              <a:t>13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lang="en-GB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4347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lang="en-GB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6381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Feedback from the first session.</a:t>
            </a:r>
          </a:p>
          <a:p>
            <a:r>
              <a:rPr lang="en-GB" dirty="0"/>
              <a:t>A note on reassessment, visa renewal deadlines and ghost writing.</a:t>
            </a:r>
          </a:p>
          <a:p>
            <a:r>
              <a:rPr lang="en-GB" dirty="0"/>
              <a:t>If you must pass the first time around, it is paramount that you submit both formative components by the dates shown.</a:t>
            </a:r>
          </a:p>
          <a:p>
            <a:r>
              <a:rPr lang="en-GB" dirty="0"/>
              <a:t>You should arrange a meeting with your supervisor to discuss feedback and work on a bullet-point list of CLEAR, OBJECTIVE actions to ensure the project meets the requirements to </a:t>
            </a:r>
            <a:r>
              <a:rPr lang="en-GB" b="1" dirty="0"/>
              <a:t>pass first time</a:t>
            </a:r>
            <a:r>
              <a:rPr lang="en-GB" dirty="0"/>
              <a:t>.</a:t>
            </a:r>
          </a:p>
          <a:p>
            <a:r>
              <a:rPr lang="en-GB" dirty="0"/>
              <a:t>I will chase supervisors to do this. But you must do your part and make the submissions.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lang="en-GB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4224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5:notes"/>
          <p:cNvSpPr txBox="1">
            <a:spLocks noGrp="1"/>
          </p:cNvSpPr>
          <p:nvPr>
            <p:ph type="body" idx="1"/>
          </p:nvPr>
        </p:nvSpPr>
        <p:spPr>
          <a:xfrm>
            <a:off x="709931" y="4861441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99025" rIns="99025" bIns="99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-CCTE">
  <p:cSld name="2_Title Slide-CCTE">
    <p:bg>
      <p:bgPr>
        <a:solidFill>
          <a:schemeClr val="accen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64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78012" y="4141030"/>
            <a:ext cx="83976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6057135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8775" y="4537480"/>
            <a:ext cx="786915" cy="32979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367639" y="357188"/>
            <a:ext cx="7693800" cy="9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367638" y="1624721"/>
            <a:ext cx="7694400" cy="26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8775" y="4537480"/>
            <a:ext cx="786915" cy="329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59569" y="362888"/>
            <a:ext cx="842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ctrTitle"/>
          </p:nvPr>
        </p:nvSpPr>
        <p:spPr>
          <a:xfrm>
            <a:off x="359571" y="357188"/>
            <a:ext cx="42120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8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8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359569" y="1624721"/>
            <a:ext cx="4212300" cy="26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>
            <a:spLocks noGrp="1"/>
          </p:cNvSpPr>
          <p:nvPr>
            <p:ph type="pic" idx="2"/>
          </p:nvPr>
        </p:nvSpPr>
        <p:spPr>
          <a:xfrm>
            <a:off x="4931442" y="0"/>
            <a:ext cx="34923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3" name="Google Shape;43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8775" y="4537480"/>
            <a:ext cx="786915" cy="329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ustom Layout">
  <p:cSld name="11_Custom Layou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540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9"/>
          <p:cNvSpPr>
            <a:spLocks noGrp="1"/>
          </p:cNvSpPr>
          <p:nvPr>
            <p:ph type="pic" idx="2"/>
          </p:nvPr>
        </p:nvSpPr>
        <p:spPr>
          <a:xfrm>
            <a:off x="540001" y="0"/>
            <a:ext cx="3672000" cy="25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9"/>
          <p:cNvSpPr>
            <a:spLocks noGrp="1"/>
          </p:cNvSpPr>
          <p:nvPr>
            <p:ph type="pic" idx="3"/>
          </p:nvPr>
        </p:nvSpPr>
        <p:spPr>
          <a:xfrm>
            <a:off x="540001" y="2571750"/>
            <a:ext cx="3672000" cy="25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8" name="Google Shape;4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98004" y="4537480"/>
            <a:ext cx="786915" cy="32979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>
            <a:spLocks noGrp="1"/>
          </p:cNvSpPr>
          <p:nvPr>
            <p:ph type="ctrTitle"/>
          </p:nvPr>
        </p:nvSpPr>
        <p:spPr>
          <a:xfrm>
            <a:off x="4572001" y="357188"/>
            <a:ext cx="42048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4572000" y="1624721"/>
            <a:ext cx="4205100" cy="26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 Layout">
  <p:cSld name="13_Custom Layou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/>
          <p:nvPr/>
        </p:nvSpPr>
        <p:spPr>
          <a:xfrm>
            <a:off x="0" y="0"/>
            <a:ext cx="540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0"/>
          <p:cNvSpPr>
            <a:spLocks noGrp="1"/>
          </p:cNvSpPr>
          <p:nvPr>
            <p:ph type="pic" idx="2"/>
          </p:nvPr>
        </p:nvSpPr>
        <p:spPr>
          <a:xfrm>
            <a:off x="540001" y="0"/>
            <a:ext cx="36720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0"/>
          <p:cNvSpPr>
            <a:spLocks noGrp="1"/>
          </p:cNvSpPr>
          <p:nvPr>
            <p:ph type="pic" idx="3"/>
          </p:nvPr>
        </p:nvSpPr>
        <p:spPr>
          <a:xfrm>
            <a:off x="540001" y="3429000"/>
            <a:ext cx="36720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>
            <a:spLocks noGrp="1"/>
          </p:cNvSpPr>
          <p:nvPr>
            <p:ph type="pic" idx="4"/>
          </p:nvPr>
        </p:nvSpPr>
        <p:spPr>
          <a:xfrm>
            <a:off x="540001" y="1714500"/>
            <a:ext cx="36720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6" name="Google Shape;56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98004" y="4537480"/>
            <a:ext cx="786915" cy="32979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0"/>
          <p:cNvSpPr txBox="1">
            <a:spLocks noGrp="1"/>
          </p:cNvSpPr>
          <p:nvPr>
            <p:ph type="ctrTitle"/>
          </p:nvPr>
        </p:nvSpPr>
        <p:spPr>
          <a:xfrm>
            <a:off x="4572001" y="357188"/>
            <a:ext cx="42048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4572000" y="1624721"/>
            <a:ext cx="4205100" cy="26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 Layout">
  <p:cSld name="12_Custom Layou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/>
          <p:nvPr/>
        </p:nvSpPr>
        <p:spPr>
          <a:xfrm>
            <a:off x="0" y="0"/>
            <a:ext cx="540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1"/>
          <p:cNvSpPr>
            <a:spLocks noGrp="1"/>
          </p:cNvSpPr>
          <p:nvPr>
            <p:ph type="pic" idx="2"/>
          </p:nvPr>
        </p:nvSpPr>
        <p:spPr>
          <a:xfrm>
            <a:off x="540001" y="0"/>
            <a:ext cx="3672000" cy="12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1"/>
          <p:cNvSpPr>
            <a:spLocks noGrp="1"/>
          </p:cNvSpPr>
          <p:nvPr>
            <p:ph type="pic" idx="3"/>
          </p:nvPr>
        </p:nvSpPr>
        <p:spPr>
          <a:xfrm>
            <a:off x="540001" y="1285200"/>
            <a:ext cx="3672000" cy="12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4"/>
          </p:nvPr>
        </p:nvSpPr>
        <p:spPr>
          <a:xfrm>
            <a:off x="540001" y="3855600"/>
            <a:ext cx="3672000" cy="12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1"/>
          <p:cNvSpPr>
            <a:spLocks noGrp="1"/>
          </p:cNvSpPr>
          <p:nvPr>
            <p:ph type="pic" idx="5"/>
          </p:nvPr>
        </p:nvSpPr>
        <p:spPr>
          <a:xfrm>
            <a:off x="540001" y="2570400"/>
            <a:ext cx="3672000" cy="12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5" name="Google Shape;6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98004" y="4537480"/>
            <a:ext cx="786915" cy="32979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>
            <a:spLocks noGrp="1"/>
          </p:cNvSpPr>
          <p:nvPr>
            <p:ph type="ctrTitle"/>
          </p:nvPr>
        </p:nvSpPr>
        <p:spPr>
          <a:xfrm>
            <a:off x="4572001" y="357188"/>
            <a:ext cx="42048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4572000" y="1624721"/>
            <a:ext cx="4205100" cy="26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/>
          <p:nvPr/>
        </p:nvSpPr>
        <p:spPr>
          <a:xfrm rot="10800000">
            <a:off x="358627" y="0"/>
            <a:ext cx="3857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>
            <a:spLocks noGrp="1"/>
          </p:cNvSpPr>
          <p:nvPr>
            <p:ph type="subTitle" idx="1"/>
          </p:nvPr>
        </p:nvSpPr>
        <p:spPr>
          <a:xfrm>
            <a:off x="4591238" y="2761915"/>
            <a:ext cx="4198800" cy="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/>
          <p:nvPr/>
        </p:nvSpPr>
        <p:spPr>
          <a:xfrm rot="10800000">
            <a:off x="1175" y="0"/>
            <a:ext cx="357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2"/>
          <p:cNvSpPr txBox="1"/>
          <p:nvPr/>
        </p:nvSpPr>
        <p:spPr>
          <a:xfrm>
            <a:off x="4572001" y="2201882"/>
            <a:ext cx="42132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Arial"/>
              <a:buNone/>
            </a:pPr>
            <a:r>
              <a:rPr lang="en-GB" sz="3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5789" y="2078190"/>
            <a:ext cx="2348304" cy="984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ustom Layout">
  <p:cSld name="14_Custom Layou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/>
          <p:nvPr/>
        </p:nvSpPr>
        <p:spPr>
          <a:xfrm rot="10800000">
            <a:off x="358627" y="0"/>
            <a:ext cx="3857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"/>
          </p:nvPr>
        </p:nvSpPr>
        <p:spPr>
          <a:xfrm>
            <a:off x="4591238" y="2761915"/>
            <a:ext cx="4198800" cy="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/>
          <p:nvPr/>
        </p:nvSpPr>
        <p:spPr>
          <a:xfrm rot="10800000">
            <a:off x="1175" y="0"/>
            <a:ext cx="357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4572001" y="2201882"/>
            <a:ext cx="42132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Arial"/>
              <a:buNone/>
            </a:pPr>
            <a:r>
              <a:rPr lang="en-GB" sz="3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-4014927" y="-592339"/>
            <a:ext cx="3879000" cy="67311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to insert your logo: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1.Click View in the tool bar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and Turn on guides.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2.DoubleClick insert school logo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and select your school logo.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 If your School logo does not fit within the box.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the format tab (Drawing tool)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4. Click the drop down arrow on crop and click Fit.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6. The logo will now be scaled to the correct size.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7. If you wish to adjust the position use the guide lines as references.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8. If you wish to remove the guide lines - Click View in the tool bar and Turn off guides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358655" y="-436928"/>
            <a:ext cx="2088762" cy="981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54841" y="917929"/>
            <a:ext cx="1984950" cy="1201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390065" y="2566228"/>
            <a:ext cx="2116289" cy="941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3"/>
          <p:cNvPicPr preferRelativeResize="0"/>
          <p:nvPr/>
        </p:nvPicPr>
        <p:blipFill rotWithShape="1">
          <a:blip r:embed="rId5">
            <a:alphaModFix/>
          </a:blip>
          <a:srcRect t="5943" b="9004"/>
          <a:stretch/>
        </p:blipFill>
        <p:spPr>
          <a:xfrm>
            <a:off x="-2075423" y="3736053"/>
            <a:ext cx="1531472" cy="122645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>
            <a:spLocks noGrp="1"/>
          </p:cNvSpPr>
          <p:nvPr>
            <p:ph type="pic" idx="2"/>
          </p:nvPr>
        </p:nvSpPr>
        <p:spPr>
          <a:xfrm>
            <a:off x="995789" y="2078189"/>
            <a:ext cx="2348400" cy="9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bg>
      <p:bgPr>
        <a:solidFill>
          <a:schemeClr val="accen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7043" y="1006019"/>
            <a:ext cx="1931486" cy="80968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58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83967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-AAD">
  <p:cSld name="1_Title Slide-AAD">
    <p:bg>
      <p:bgPr>
        <a:solidFill>
          <a:schemeClr val="accen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77202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7693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4309" y="938263"/>
            <a:ext cx="4163160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-AAD">
  <p:cSld name="2_Title Slide-AAD">
    <p:bg>
      <p:bgPr>
        <a:solidFill>
          <a:schemeClr val="accen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64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subTitle" idx="1"/>
          </p:nvPr>
        </p:nvSpPr>
        <p:spPr>
          <a:xfrm>
            <a:off x="378012" y="4141030"/>
            <a:ext cx="83976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8" name="Google Shape;9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4309" y="938263"/>
            <a:ext cx="4163160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-BEE">
  <p:cSld name="1_Title Slide-BEE">
    <p:bg>
      <p:bgPr>
        <a:solidFill>
          <a:schemeClr val="accen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77202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7693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4308" y="945122"/>
            <a:ext cx="4860001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-BEE">
  <p:cSld name="2_Title Slide-BEE">
    <p:bg>
      <p:bgPr>
        <a:solidFill>
          <a:schemeClr val="accen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64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1"/>
          </p:nvPr>
        </p:nvSpPr>
        <p:spPr>
          <a:xfrm>
            <a:off x="378012" y="4141030"/>
            <a:ext cx="83976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4308" y="945122"/>
            <a:ext cx="4860001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-CAS">
  <p:cSld name="1_Title Slide-CAS">
    <p:bg>
      <p:bgPr>
        <a:solidFill>
          <a:schemeClr val="accen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77202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7693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41" y="938263"/>
            <a:ext cx="3913016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-CAS">
  <p:cSld name="2_Title Slide-CAS">
    <p:bg>
      <p:bgPr>
        <a:solidFill>
          <a:schemeClr val="accen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64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subTitle" idx="1"/>
          </p:nvPr>
        </p:nvSpPr>
        <p:spPr>
          <a:xfrm>
            <a:off x="378012" y="4141030"/>
            <a:ext cx="83976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41" y="938263"/>
            <a:ext cx="3913016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-CCTE">
  <p:cSld name="1_Title Slide-CCTE">
    <p:bg>
      <p:bgPr>
        <a:solidFill>
          <a:schemeClr val="accen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77202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7693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" name="Google Shape;122;p21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6057135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-CSE">
  <p:cSld name="1_Title Slide-CSE">
    <p:bg>
      <p:bgPr>
        <a:solidFill>
          <a:schemeClr val="accen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77202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7693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9" y="932814"/>
            <a:ext cx="5163752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-CSE">
  <p:cSld name="2_Title Slide-CSE">
    <p:bg>
      <p:bgPr>
        <a:solidFill>
          <a:schemeClr val="accen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64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subTitle" idx="1"/>
          </p:nvPr>
        </p:nvSpPr>
        <p:spPr>
          <a:xfrm>
            <a:off x="378012" y="4141030"/>
            <a:ext cx="83976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4" name="Google Shape;13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9" y="932814"/>
            <a:ext cx="5163752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-CSH">
  <p:cSld name="1_Title Slide-CSH">
    <p:bg>
      <p:bgPr>
        <a:solidFill>
          <a:schemeClr val="accen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77202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7693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" name="Google Shape;138;p24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4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3972574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-CSH">
  <p:cSld name="2_Title Slide-CSH">
    <p:bg>
      <p:bgPr>
        <a:solidFill>
          <a:schemeClr val="accen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64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ubTitle" idx="1"/>
          </p:nvPr>
        </p:nvSpPr>
        <p:spPr>
          <a:xfrm>
            <a:off x="378012" y="4141030"/>
            <a:ext cx="83976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3972574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-CSS">
  <p:cSld name="1_Title Slide-CSS">
    <p:bg>
      <p:bgPr>
        <a:solidFill>
          <a:schemeClr val="accent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77202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7693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" name="Google Shape;148;p26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4591986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-CSS">
  <p:cSld name="2_Title Slide-CSS">
    <p:bg>
      <p:bgPr>
        <a:solidFill>
          <a:schemeClr val="accen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64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subTitle" idx="1"/>
          </p:nvPr>
        </p:nvSpPr>
        <p:spPr>
          <a:xfrm>
            <a:off x="378012" y="4141030"/>
            <a:ext cx="83976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4591986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-ETHM">
  <p:cSld name="1_Title Slide-ETHM">
    <p:bg>
      <p:bgPr>
        <a:solidFill>
          <a:schemeClr val="accen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77202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7693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" name="Google Shape;158;p28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5824854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-ETHM">
  <p:cSld name="2_Title Slide-ETHM">
    <p:bg>
      <p:bgPr>
        <a:solidFill>
          <a:schemeClr val="accen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64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29"/>
          <p:cNvSpPr txBox="1">
            <a:spLocks noGrp="1"/>
          </p:cNvSpPr>
          <p:nvPr>
            <p:ph type="subTitle" idx="1"/>
          </p:nvPr>
        </p:nvSpPr>
        <p:spPr>
          <a:xfrm>
            <a:off x="378012" y="4141030"/>
            <a:ext cx="83976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4" name="Google Shape;164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5824854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-FMPA">
  <p:cSld name="1_Title Slide-FMPA">
    <p:bg>
      <p:bgPr>
        <a:solidFill>
          <a:schemeClr val="accen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77202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" name="Google Shape;167;p30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7693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" name="Google Shape;168;p30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0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4490733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-FMPA">
  <p:cSld name="2_Title Slide-FMPA">
    <p:bg>
      <p:bgPr>
        <a:solidFill>
          <a:schemeClr val="accen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64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31"/>
          <p:cNvSpPr txBox="1">
            <a:spLocks noGrp="1"/>
          </p:cNvSpPr>
          <p:nvPr>
            <p:ph type="subTitle" idx="1"/>
          </p:nvPr>
        </p:nvSpPr>
        <p:spPr>
          <a:xfrm>
            <a:off x="378012" y="4141030"/>
            <a:ext cx="83976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74" name="Google Shape;174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4490733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-HCS">
  <p:cSld name="1_Title Slide-HCS">
    <p:bg>
      <p:bgPr>
        <a:solidFill>
          <a:schemeClr val="accent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77202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p32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7693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32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3764119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-HCS">
  <p:cSld name="2_Title Slide-HCS">
    <p:bg>
      <p:bgPr>
        <a:solidFill>
          <a:schemeClr val="accen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64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33"/>
          <p:cNvSpPr txBox="1">
            <a:spLocks noGrp="1"/>
          </p:cNvSpPr>
          <p:nvPr>
            <p:ph type="subTitle" idx="1"/>
          </p:nvPr>
        </p:nvSpPr>
        <p:spPr>
          <a:xfrm>
            <a:off x="378012" y="4141030"/>
            <a:ext cx="83976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4" name="Google Shape;184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3764119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-LBS">
  <p:cSld name="1_Title Slide-LBS">
    <p:bg>
      <p:bgPr>
        <a:solidFill>
          <a:schemeClr val="accen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77202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" name="Google Shape;187;p34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7693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34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4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4228675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-LBS">
  <p:cSld name="2_Title Slide-LBS">
    <p:bg>
      <p:bgPr>
        <a:solidFill>
          <a:schemeClr val="accen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64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" name="Google Shape;193;p35"/>
          <p:cNvSpPr txBox="1">
            <a:spLocks noGrp="1"/>
          </p:cNvSpPr>
          <p:nvPr>
            <p:ph type="subTitle" idx="1"/>
          </p:nvPr>
        </p:nvSpPr>
        <p:spPr>
          <a:xfrm>
            <a:off x="378012" y="4141030"/>
            <a:ext cx="83976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94" name="Google Shape;194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4228675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-LLS">
  <p:cSld name="1_Title Slide-LLS">
    <p:bg>
      <p:bgPr>
        <a:solidFill>
          <a:schemeClr val="accent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77202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" name="Google Shape;197;p36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7693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" name="Google Shape;198;p36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6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3543749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-LLS">
  <p:cSld name="2_Title Slide-LLS">
    <p:bg>
      <p:bgPr>
        <a:solidFill>
          <a:schemeClr val="accen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64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" name="Google Shape;203;p37"/>
          <p:cNvSpPr txBox="1">
            <a:spLocks noGrp="1"/>
          </p:cNvSpPr>
          <p:nvPr>
            <p:ph type="subTitle" idx="1"/>
          </p:nvPr>
        </p:nvSpPr>
        <p:spPr>
          <a:xfrm>
            <a:off x="378012" y="4141030"/>
            <a:ext cx="83976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4" name="Google Shape;204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3543749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-NFS">
  <p:cSld name="1_Title Slide-NFS">
    <p:bg>
      <p:bgPr>
        <a:solidFill>
          <a:schemeClr val="accent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77202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7" name="Google Shape;207;p38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7693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" name="Google Shape;208;p38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8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9223" y="986598"/>
            <a:ext cx="4163160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-NFS">
  <p:cSld name="2_Title Slide-NFS">
    <p:bg>
      <p:bgPr>
        <a:solidFill>
          <a:schemeClr val="accen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9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64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" name="Google Shape;213;p39"/>
          <p:cNvSpPr txBox="1">
            <a:spLocks noGrp="1"/>
          </p:cNvSpPr>
          <p:nvPr>
            <p:ph type="subTitle" idx="1"/>
          </p:nvPr>
        </p:nvSpPr>
        <p:spPr>
          <a:xfrm>
            <a:off x="378012" y="4141030"/>
            <a:ext cx="83976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4" name="Google Shape;214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9223" y="986598"/>
            <a:ext cx="4163160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-SA">
  <p:cSld name="1_Title Slide-SA">
    <p:bg>
      <p:bgPr>
        <a:solidFill>
          <a:schemeClr val="accent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77202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" name="Google Shape;217;p40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7693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" name="Google Shape;218;p40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0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9943" y="1062231"/>
            <a:ext cx="4152233" cy="76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-SA">
  <p:cSld name="2_Title Slide-SA">
    <p:bg>
      <p:bgPr>
        <a:solidFill>
          <a:schemeClr val="accen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64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41"/>
          <p:cNvSpPr txBox="1">
            <a:spLocks noGrp="1"/>
          </p:cNvSpPr>
          <p:nvPr>
            <p:ph type="subTitle" idx="1"/>
          </p:nvPr>
        </p:nvSpPr>
        <p:spPr>
          <a:xfrm>
            <a:off x="378012" y="4141030"/>
            <a:ext cx="83976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24" name="Google Shape;224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9943" y="1062231"/>
            <a:ext cx="4152233" cy="76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-SocSci">
  <p:cSld name="1_Title Slide-SocSci">
    <p:bg>
      <p:bgPr>
        <a:solidFill>
          <a:schemeClr val="accent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2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77202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" name="Google Shape;227;p42"/>
          <p:cNvSpPr txBox="1">
            <a:spLocks noGrp="1"/>
          </p:cNvSpPr>
          <p:nvPr>
            <p:ph type="subTitle" idx="1"/>
          </p:nvPr>
        </p:nvSpPr>
        <p:spPr>
          <a:xfrm>
            <a:off x="378011" y="4141030"/>
            <a:ext cx="76938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" name="Google Shape;228;p42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2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4663454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-SocSci">
  <p:cSld name="2_Title Slide-SocSci">
    <p:bg>
      <p:bgPr>
        <a:solidFill>
          <a:schemeClr val="accent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>
            <a:spLocks noGrp="1"/>
          </p:cNvSpPr>
          <p:nvPr>
            <p:ph type="ctrTitle"/>
          </p:nvPr>
        </p:nvSpPr>
        <p:spPr>
          <a:xfrm>
            <a:off x="358775" y="2268173"/>
            <a:ext cx="8426400" cy="17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43"/>
          <p:cNvSpPr txBox="1">
            <a:spLocks noGrp="1"/>
          </p:cNvSpPr>
          <p:nvPr>
            <p:ph type="subTitle" idx="1"/>
          </p:nvPr>
        </p:nvSpPr>
        <p:spPr>
          <a:xfrm>
            <a:off x="378012" y="4141030"/>
            <a:ext cx="83976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4" name="Google Shape;234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6238" y="932814"/>
            <a:ext cx="4663454" cy="10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4"/>
          <p:cNvSpPr txBox="1">
            <a:spLocks noGrp="1"/>
          </p:cNvSpPr>
          <p:nvPr>
            <p:ph type="ctrTitle"/>
          </p:nvPr>
        </p:nvSpPr>
        <p:spPr>
          <a:xfrm>
            <a:off x="358776" y="1536922"/>
            <a:ext cx="42132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" name="Google Shape;237;p44"/>
          <p:cNvSpPr txBox="1">
            <a:spLocks noGrp="1"/>
          </p:cNvSpPr>
          <p:nvPr>
            <p:ph type="subTitle" idx="1"/>
          </p:nvPr>
        </p:nvSpPr>
        <p:spPr>
          <a:xfrm>
            <a:off x="378013" y="3170805"/>
            <a:ext cx="4198800" cy="4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" name="Google Shape;238;p44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4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43027" y="2111465"/>
            <a:ext cx="2196557" cy="92057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4"/>
          <p:cNvSpPr>
            <a:spLocks noGrp="1"/>
          </p:cNvSpPr>
          <p:nvPr>
            <p:ph type="pic" idx="2"/>
          </p:nvPr>
        </p:nvSpPr>
        <p:spPr>
          <a:xfrm>
            <a:off x="5739743" y="2111465"/>
            <a:ext cx="2191800" cy="9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bg>
      <p:bgPr>
        <a:solidFill>
          <a:schemeClr val="lt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>
            <a:spLocks noGrp="1"/>
          </p:cNvSpPr>
          <p:nvPr>
            <p:ph type="ctrTitle"/>
          </p:nvPr>
        </p:nvSpPr>
        <p:spPr>
          <a:xfrm>
            <a:off x="358776" y="1896391"/>
            <a:ext cx="76944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" name="Google Shape;244;p45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5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5"/>
          <p:cNvSpPr txBox="1">
            <a:spLocks noGrp="1"/>
          </p:cNvSpPr>
          <p:nvPr>
            <p:ph type="body" idx="1"/>
          </p:nvPr>
        </p:nvSpPr>
        <p:spPr>
          <a:xfrm>
            <a:off x="358775" y="3128740"/>
            <a:ext cx="76950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47" name="Google Shape;24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4911" y="1160465"/>
            <a:ext cx="1080000" cy="4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bg>
      <p:bgPr>
        <a:solidFill>
          <a:schemeClr val="dk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6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6"/>
          <p:cNvSpPr/>
          <p:nvPr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6"/>
          <p:cNvSpPr txBox="1">
            <a:spLocks noGrp="1"/>
          </p:cNvSpPr>
          <p:nvPr>
            <p:ph type="body" idx="1"/>
          </p:nvPr>
        </p:nvSpPr>
        <p:spPr>
          <a:xfrm>
            <a:off x="358775" y="3128740"/>
            <a:ext cx="76950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" name="Google Shape;252;p46"/>
          <p:cNvSpPr txBox="1">
            <a:spLocks noGrp="1"/>
          </p:cNvSpPr>
          <p:nvPr>
            <p:ph type="ctrTitle"/>
          </p:nvPr>
        </p:nvSpPr>
        <p:spPr>
          <a:xfrm>
            <a:off x="358776" y="1896391"/>
            <a:ext cx="76944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53" name="Google Shape;25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8974" y="1165525"/>
            <a:ext cx="1088366" cy="456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7"/>
          <p:cNvSpPr txBox="1">
            <a:spLocks noGrp="1"/>
          </p:cNvSpPr>
          <p:nvPr>
            <p:ph type="ctrTitle"/>
          </p:nvPr>
        </p:nvSpPr>
        <p:spPr>
          <a:xfrm>
            <a:off x="4572001" y="357188"/>
            <a:ext cx="42048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6" name="Google Shape;256;p47"/>
          <p:cNvSpPr/>
          <p:nvPr/>
        </p:nvSpPr>
        <p:spPr>
          <a:xfrm>
            <a:off x="0" y="0"/>
            <a:ext cx="540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7"/>
          <p:cNvSpPr/>
          <p:nvPr/>
        </p:nvSpPr>
        <p:spPr>
          <a:xfrm>
            <a:off x="539875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7"/>
          <p:cNvSpPr txBox="1">
            <a:spLocks noGrp="1"/>
          </p:cNvSpPr>
          <p:nvPr>
            <p:ph type="body" idx="1"/>
          </p:nvPr>
        </p:nvSpPr>
        <p:spPr>
          <a:xfrm>
            <a:off x="4572000" y="1624721"/>
            <a:ext cx="4205100" cy="26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" name="Google Shape;259;p47"/>
          <p:cNvSpPr>
            <a:spLocks noGrp="1"/>
          </p:cNvSpPr>
          <p:nvPr>
            <p:ph type="pic" idx="2"/>
          </p:nvPr>
        </p:nvSpPr>
        <p:spPr>
          <a:xfrm>
            <a:off x="719875" y="0"/>
            <a:ext cx="34923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60" name="Google Shape;260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98004" y="4537480"/>
            <a:ext cx="786915" cy="329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8"/>
          <p:cNvSpPr txBox="1">
            <a:spLocks noGrp="1"/>
          </p:cNvSpPr>
          <p:nvPr>
            <p:ph type="ctrTitle"/>
          </p:nvPr>
        </p:nvSpPr>
        <p:spPr>
          <a:xfrm>
            <a:off x="359570" y="357188"/>
            <a:ext cx="52299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3" name="Google Shape;263;p48"/>
          <p:cNvSpPr/>
          <p:nvPr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8"/>
          <p:cNvSpPr/>
          <p:nvPr/>
        </p:nvSpPr>
        <p:spPr>
          <a:xfrm>
            <a:off x="8423999" y="0"/>
            <a:ext cx="180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8"/>
          <p:cNvSpPr txBox="1">
            <a:spLocks noGrp="1"/>
          </p:cNvSpPr>
          <p:nvPr>
            <p:ph type="body" idx="1"/>
          </p:nvPr>
        </p:nvSpPr>
        <p:spPr>
          <a:xfrm>
            <a:off x="359569" y="1624721"/>
            <a:ext cx="5230500" cy="26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48"/>
          <p:cNvSpPr>
            <a:spLocks noGrp="1"/>
          </p:cNvSpPr>
          <p:nvPr>
            <p:ph type="pic" idx="2"/>
          </p:nvPr>
        </p:nvSpPr>
        <p:spPr>
          <a:xfrm>
            <a:off x="5969951" y="0"/>
            <a:ext cx="24429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67" name="Google Shape;267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8775" y="4537480"/>
            <a:ext cx="786915" cy="329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9"/>
          <p:cNvSpPr txBox="1">
            <a:spLocks noGrp="1"/>
          </p:cNvSpPr>
          <p:nvPr>
            <p:ph type="body" idx="1"/>
          </p:nvPr>
        </p:nvSpPr>
        <p:spPr>
          <a:xfrm>
            <a:off x="251520" y="681540"/>
            <a:ext cx="64089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49"/>
          <p:cNvSpPr txBox="1">
            <a:spLocks noGrp="1"/>
          </p:cNvSpPr>
          <p:nvPr>
            <p:ph type="body" idx="2"/>
          </p:nvPr>
        </p:nvSpPr>
        <p:spPr>
          <a:xfrm>
            <a:off x="250825" y="1113235"/>
            <a:ext cx="8208900" cy="12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49"/>
          <p:cNvSpPr txBox="1">
            <a:spLocks noGrp="1"/>
          </p:cNvSpPr>
          <p:nvPr>
            <p:ph type="body" idx="3"/>
          </p:nvPr>
        </p:nvSpPr>
        <p:spPr>
          <a:xfrm>
            <a:off x="251520" y="2517744"/>
            <a:ext cx="81360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683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4F268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4" name="Google Shape;274;p5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ver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2"/>
          <p:cNvSpPr txBox="1">
            <a:spLocks noGrp="1"/>
          </p:cNvSpPr>
          <p:nvPr>
            <p:ph type="title"/>
          </p:nvPr>
        </p:nvSpPr>
        <p:spPr>
          <a:xfrm>
            <a:off x="722312" y="3305175"/>
            <a:ext cx="7772400" cy="1021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52"/>
          <p:cNvSpPr txBox="1">
            <a:spLocks noGrp="1"/>
          </p:cNvSpPr>
          <p:nvPr>
            <p:ph type="body" idx="1"/>
          </p:nvPr>
        </p:nvSpPr>
        <p:spPr>
          <a:xfrm>
            <a:off x="722312" y="2180034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56F49D8-0B54-4A42-8C2E-8CDBC50429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043" y="1006019"/>
            <a:ext cx="1931486" cy="8096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8775" y="2268173"/>
            <a:ext cx="7720218" cy="1737857"/>
          </a:xfrm>
        </p:spPr>
        <p:txBody>
          <a:bodyPr anchor="b">
            <a:normAutofit/>
          </a:bodyPr>
          <a:lstStyle>
            <a:lvl1pPr algn="l">
              <a:defRPr sz="4050">
                <a:solidFill>
                  <a:schemeClr val="bg1"/>
                </a:solidFill>
              </a:defRPr>
            </a:lvl1pPr>
          </a:lstStyle>
          <a:p>
            <a:r>
              <a:rPr lang="en-US"/>
              <a:t>Insert</a:t>
            </a:r>
            <a:br>
              <a:rPr lang="en-US"/>
            </a:br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8011" y="4141030"/>
            <a:ext cx="7693737" cy="416502"/>
          </a:xfrm>
        </p:spPr>
        <p:txBody>
          <a:bodyPr>
            <a:norm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Insert subtitle </a:t>
            </a:r>
            <a:br>
              <a:rPr lang="en-US"/>
            </a:br>
            <a:r>
              <a:rPr lang="en-US"/>
              <a:t>text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F2469D-BB53-7044-9ABF-38DB96981451}"/>
              </a:ext>
            </a:extLst>
          </p:cNvPr>
          <p:cNvSpPr/>
          <p:nvPr userDrawn="1"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DFD18A-DB82-FA40-A273-CAC035AE36A2}"/>
              </a:ext>
            </a:extLst>
          </p:cNvPr>
          <p:cNvSpPr/>
          <p:nvPr userDrawn="1"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319313431"/>
      </p:ext>
    </p:extLst>
  </p:cSld>
  <p:clrMapOvr>
    <a:masterClrMapping/>
  </p:clrMapOvr>
  <p:transition spd="slow">
    <p:cover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068453E-2293-9C49-BCA8-4B1A9FE4CBDB}"/>
              </a:ext>
            </a:extLst>
          </p:cNvPr>
          <p:cNvSpPr/>
          <p:nvPr userDrawn="1"/>
        </p:nvSpPr>
        <p:spPr>
          <a:xfrm>
            <a:off x="8604000" y="0"/>
            <a:ext cx="540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AED222-0BD1-2447-A8EE-6EBC925DD73C}"/>
              </a:ext>
            </a:extLst>
          </p:cNvPr>
          <p:cNvSpPr/>
          <p:nvPr userDrawn="1"/>
        </p:nvSpPr>
        <p:spPr>
          <a:xfrm>
            <a:off x="8424000" y="0"/>
            <a:ext cx="180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726E6C-AD25-E441-8362-FEA28FFE6F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3128740"/>
            <a:ext cx="7695106" cy="2117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Breaker sub-heading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D8298D0-9789-3046-A0BA-E685BD3606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6" y="1896391"/>
            <a:ext cx="7694539" cy="1097350"/>
          </a:xfrm>
        </p:spPr>
        <p:txBody>
          <a:bodyPr anchor="b">
            <a:noAutofit/>
          </a:bodyPr>
          <a:lstStyle>
            <a:lvl1pPr algn="l">
              <a:defRPr sz="4050">
                <a:solidFill>
                  <a:schemeClr val="bg1"/>
                </a:solidFill>
              </a:defRPr>
            </a:lvl1pPr>
          </a:lstStyle>
          <a:p>
            <a:r>
              <a:rPr lang="en-US"/>
              <a:t>Breaker</a:t>
            </a:r>
            <a:br>
              <a:rPr lang="en-US"/>
            </a:br>
            <a:r>
              <a:rPr lang="en-US"/>
              <a:t>heading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B3779A-FBA3-A14F-95B9-92076144D2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975" y="1165526"/>
            <a:ext cx="1088366" cy="45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520913"/>
      </p:ext>
    </p:extLst>
  </p:cSld>
  <p:clrMapOvr>
    <a:masterClrMapping/>
  </p:clrMapOvr>
  <p:transition spd="slow">
    <p:cover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356DD-736E-ACD7-8747-DB1E043CF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221E80-0B78-BB16-8FF1-6A6C1B035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3743-27EE-1E91-1F61-A1759489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F29F-F5FD-46A2-B382-BBE643EC3B1A}" type="datetimeFigureOut">
              <a:rPr lang="en-GB" smtClean="0"/>
              <a:t>13/03/2024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6B421-7F51-D2F3-00F7-5A682369E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9AEE2-6362-DAB9-9C6F-96653E5C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CF42E-E40B-4E36-ADAD-36C1EC38A8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7125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DE6B-4775-BEFA-3363-A95F968C8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52275-A4ED-DFA3-FEF9-27EBE6B35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286C6-8832-A1E0-3B8C-359B5DA21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F29F-F5FD-46A2-B382-BBE643EC3B1A}" type="datetimeFigureOut">
              <a:rPr lang="en-GB" smtClean="0"/>
              <a:t>13/03/2024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D9169-F121-2BCB-CC10-9B95654D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C1750-C31F-E2CB-CC3D-F2B929C0F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CF42E-E40B-4E36-ADAD-36C1EC38A8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8192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589D3-AA96-227E-4F85-5F91C930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302C3-1C33-B3DF-CC87-EA2A1EFED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7E254-DFC8-B690-DBD1-63FB21336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F29F-F5FD-46A2-B382-BBE643EC3B1A}" type="datetimeFigureOut">
              <a:rPr lang="en-GB" smtClean="0"/>
              <a:t>13/03/2024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BA7BD-921B-0375-93A6-F495F0002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96A78-DC2E-2FFE-A0B9-04AD441A6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CF42E-E40B-4E36-ADAD-36C1EC38A8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70620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D0AC9-1FC1-440F-013B-D7FAD2B37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73F1E-E274-5B05-EC03-6704FA622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DEF98-E5E2-14FF-F524-674B873C4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2BECE-AD6B-4B63-405C-DFABDEE07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F29F-F5FD-46A2-B382-BBE643EC3B1A}" type="datetimeFigureOut">
              <a:rPr lang="en-GB" smtClean="0"/>
              <a:t>13/03/2024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2AA5F-F05C-D8C7-0038-E59ADAD36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3C44F-F034-CFD4-00F6-E951DB323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CF42E-E40B-4E36-ADAD-36C1EC38A8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4102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3C814-AA0F-7132-E529-E8774713F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94C58-E41E-AF37-9337-85C0D1298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B42D0-095C-F765-80BF-92957A0A7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94700C-C91A-14DA-0E00-3EA7B0259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CA159-5B33-08F9-0DE7-107A845DC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80EFAE-FC33-E630-A238-997DE87B3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F29F-F5FD-46A2-B382-BBE643EC3B1A}" type="datetimeFigureOut">
              <a:rPr lang="en-GB" smtClean="0"/>
              <a:t>13/03/2024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50A7A3-88EF-01D8-C4D1-3C6305D8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034A39-579D-FD88-E8DF-8C98F259A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CF42E-E40B-4E36-ADAD-36C1EC38A8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2612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D7D99-6CCB-40E7-216B-FF4EEF26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CFD21-1137-A7D1-3BD7-5796CFCE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F29F-F5FD-46A2-B382-BBE643EC3B1A}" type="datetimeFigureOut">
              <a:rPr lang="en-GB" smtClean="0"/>
              <a:t>13/03/2024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38A71C-D372-A81B-DF6B-62B0BDFB6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EC9F0-D926-AF26-2E60-9C6A9980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CF42E-E40B-4E36-ADAD-36C1EC38A8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07646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3E7C25-13B3-2246-7430-33EE023A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F29F-F5FD-46A2-B382-BBE643EC3B1A}" type="datetimeFigureOut">
              <a:rPr lang="en-GB" smtClean="0"/>
              <a:t>13/03/2024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AB3030-8EA3-BAAA-1E20-D12E2F1A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D05CF-91A4-AB89-E069-302B1E01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CF42E-E40B-4E36-ADAD-36C1EC38A8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79369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BFC4F-E4CC-C5F7-B12A-9101C113B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05325-6C6E-2D7E-C51D-F38CC62C3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34B91-8FCC-8DF6-E8A4-96791B541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2777A-4D4F-77FF-0464-8FCD08F8A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F29F-F5FD-46A2-B382-BBE643EC3B1A}" type="datetimeFigureOut">
              <a:rPr lang="en-GB" smtClean="0"/>
              <a:t>13/03/2024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C0A07-74D8-3FBC-D0C4-CE5DC7EF1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BFAA5-9E36-47AC-D4B2-6A427353E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CF42E-E40B-4E36-ADAD-36C1EC38A8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6524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1324-0B0E-7D5D-E3F0-2727265B3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CAA3F9-E9B7-DBB9-5FFD-78892E200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25338-CC19-EB4D-DD73-7914EC0C3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8D9A0-1933-C0C8-1CC4-6B827C1BF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F29F-F5FD-46A2-B382-BBE643EC3B1A}" type="datetimeFigureOut">
              <a:rPr lang="en-GB" smtClean="0"/>
              <a:t>13/03/2024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02C70-35C5-50BF-B87E-E378F0308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3B2A4-7002-B1DA-855A-414180338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CF42E-E40B-4E36-ADAD-36C1EC38A8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24797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07F1D-6B97-EEE2-D5FF-C4B6B6E7E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B6B86-8780-B939-F046-DE1C9D565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1B343-613F-4232-CFA0-A4226695D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F29F-F5FD-46A2-B382-BBE643EC3B1A}" type="datetimeFigureOut">
              <a:rPr lang="en-GB" smtClean="0"/>
              <a:t>13/03/2024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F5FE2-3BB6-C4C6-3212-54E5F94F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0B6AC-7F2B-ECA8-BE01-B16D1A952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CF42E-E40B-4E36-ADAD-36C1EC38A8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09299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3A6D16-82E3-8260-A025-78BF45587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F73DC7-9305-C229-9B7A-1B252AB05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A5FE4-5BDC-19A4-AB6D-472D9F694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F29F-F5FD-46A2-B382-BBE643EC3B1A}" type="datetimeFigureOut">
              <a:rPr lang="en-GB" smtClean="0"/>
              <a:t>13/03/2024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AC85A-1F9E-6EE7-05DA-A1F4DA49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759BA-5435-EB63-6B1E-0B048BA0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CF42E-E40B-4E36-ADAD-36C1EC38A8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9612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59569" y="362888"/>
            <a:ext cx="842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59569" y="1458261"/>
            <a:ext cx="8425800" cy="33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700" r:id="rId51"/>
    <p:sldLayoutId id="2147483701" r:id="rId52"/>
  </p:sldLayoutIdLst>
  <p:transition spd="slow">
    <p:cover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pos="5533">
          <p15:clr>
            <a:srgbClr val="F26B43"/>
          </p15:clr>
        </p15:guide>
        <p15:guide id="3" pos="227">
          <p15:clr>
            <a:srgbClr val="F26B43"/>
          </p15:clr>
        </p15:guide>
        <p15:guide id="4" orient="horz" pos="3015">
          <p15:clr>
            <a:srgbClr val="F26B43"/>
          </p15:clr>
        </p15:guide>
        <p15:guide id="5" orient="horz" pos="225">
          <p15:clr>
            <a:srgbClr val="F26B43"/>
          </p15:clr>
        </p15:guide>
        <p15:guide id="6" orient="horz" pos="2096">
          <p15:clr>
            <a:srgbClr val="F26B43"/>
          </p15:clr>
        </p15:guide>
        <p15:guide id="7" orient="horz" pos="114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E0DFD6-BF57-619F-535B-42C48BA67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9E978-8B89-DAE7-F35A-51B15EB05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4213E-FA03-1DCD-3D28-EF5DAF07D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3F29F-F5FD-46A2-B382-BBE643EC3B1A}" type="datetimeFigureOut">
              <a:rPr lang="en-GB" smtClean="0"/>
              <a:t>13/03/2024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CB7FD-986A-5A38-057A-BB408AE163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892CC-86F9-E583-CE4C-3FFCF523E2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CF42E-E40B-4E36-ADAD-36C1EC38A8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053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7" Type="http://schemas.openxmlformats.org/officeDocument/2006/relationships/image" Target="../media/image27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27.png"/><Relationship Id="rId5" Type="http://schemas.openxmlformats.org/officeDocument/2006/relationships/image" Target="../media/image260.png"/><Relationship Id="rId4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svg"/><Relationship Id="rId3" Type="http://schemas.openxmlformats.org/officeDocument/2006/relationships/image" Target="../media/image28.jpeg"/><Relationship Id="rId7" Type="http://schemas.openxmlformats.org/officeDocument/2006/relationships/image" Target="../media/image32.sv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Relationship Id="rId14" Type="http://schemas.openxmlformats.org/officeDocument/2006/relationships/image" Target="../media/image3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3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3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3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docs.google.com/document/d/18zQMPD0EfjIyURoAAfWV8L0V0Wn7Ze_IE5K4yrAaSM4/edit#heading=h.r9yxlxdhyzsw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hyperlink" Target="https://leedsbeckett-my.sharepoint.com/personal/t_vergilio_leedsbeckett_ac_uk/Documents/Teaching/Dissertation/MSc%20Proposal%20Template.docx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leedsbeckett-my.sharepoint.com/personal/t_vergilio_leedsbeckett_ac_uk/Documents/Teaching/Dissertation/MSc%20Dissertation%20Template.docx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70B9881C-4CF4-974A-93B9-D9A0EBEC64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840" y="3176408"/>
            <a:ext cx="7695106" cy="2117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sz="1200" dirty="0"/>
              <a:t>Dr Thalita Vergilio</a:t>
            </a:r>
          </a:p>
          <a:p>
            <a:r>
              <a:rPr lang="en-US" sz="1200" dirty="0"/>
              <a:t>t.vergilio@leedsbeckett.ac.uk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FE3D66-0DD0-804E-8D53-B64DCB833B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MSc Dissertation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94B0C686-22FB-80B2-EAC0-167995F7CF9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66516826"/>
                  </p:ext>
                </p:extLst>
              </p:nvPr>
            </p:nvGraphicFramePr>
            <p:xfrm>
              <a:off x="5771191" y="1038457"/>
              <a:ext cx="1997765" cy="1123743"/>
            </p:xfrm>
            <a:graphic>
              <a:graphicData uri="http://schemas.microsoft.com/office/powerpoint/2016/slidezoom">
                <pslz:sldZm>
                  <pslz:sldZmObj sldId="287" cId="3913062160">
                    <pslz:zmPr id="{019E13D2-26D3-488E-A1B1-89B546F3A38C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97765" cy="112374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Slide Zoom 7">
                <a:extLst>
                  <a:ext uri="{FF2B5EF4-FFF2-40B4-BE49-F238E27FC236}">
                    <a16:creationId xmlns:a16="http://schemas.microsoft.com/office/drawing/2014/main" id="{94B0C686-22FB-80B2-EAC0-167995F7CF9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71191" y="1038457"/>
                <a:ext cx="1997765" cy="112374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8B0112A2-EC36-0BC4-3BA0-D5F375A4B8A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10921"/>
                  </p:ext>
                </p:extLst>
              </p:nvPr>
            </p:nvGraphicFramePr>
            <p:xfrm>
              <a:off x="5771190" y="2354209"/>
              <a:ext cx="1997765" cy="1123743"/>
            </p:xfrm>
            <a:graphic>
              <a:graphicData uri="http://schemas.microsoft.com/office/powerpoint/2016/slidezoom">
                <pslz:sldZm>
                  <pslz:sldZmObj sldId="423" cId="4178103841">
                    <pslz:zmPr id="{B646FE35-F733-4B1E-B136-0B1E8DFA9D7D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97765" cy="112374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extLst>
                  <a:ext uri="{FF2B5EF4-FFF2-40B4-BE49-F238E27FC236}">
                    <a16:creationId xmlns:a16="http://schemas.microsoft.com/office/drawing/2014/main" id="{8B0112A2-EC36-0BC4-3BA0-D5F375A4B8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71190" y="2354209"/>
                <a:ext cx="1997765" cy="112374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A078E0D9-9A11-D507-BB30-3FFB4C17395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40929799"/>
                  </p:ext>
                </p:extLst>
              </p:nvPr>
            </p:nvGraphicFramePr>
            <p:xfrm>
              <a:off x="5801006" y="3669961"/>
              <a:ext cx="1997765" cy="1123744"/>
            </p:xfrm>
            <a:graphic>
              <a:graphicData uri="http://schemas.microsoft.com/office/powerpoint/2016/slidezoom">
                <pslz:sldZm>
                  <pslz:sldZmObj sldId="433" cId="2088354324">
                    <pslz:zmPr id="{816B641D-5EAA-4EA5-99E4-3D43A761276B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97765" cy="112374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extLst>
                  <a:ext uri="{FF2B5EF4-FFF2-40B4-BE49-F238E27FC236}">
                    <a16:creationId xmlns:a16="http://schemas.microsoft.com/office/drawing/2014/main" id="{A078E0D9-9A11-D507-BB30-3FFB4C1739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01006" y="3669961"/>
                <a:ext cx="1997765" cy="112374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994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FE3D66-0DD0-804E-8D53-B64DCB833B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1: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1AA4B-724E-C5EE-911C-42EC107743D5}"/>
              </a:ext>
            </a:extLst>
          </p:cNvPr>
          <p:cNvSpPr txBox="1"/>
          <p:nvPr/>
        </p:nvSpPr>
        <p:spPr>
          <a:xfrm>
            <a:off x="358775" y="4006030"/>
            <a:ext cx="33377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Introduction: what is this module about?</a:t>
            </a:r>
          </a:p>
        </p:txBody>
      </p:sp>
    </p:spTree>
    <p:extLst>
      <p:ext uri="{BB962C8B-B14F-4D97-AF65-F5344CB8AC3E}">
        <p14:creationId xmlns:p14="http://schemas.microsoft.com/office/powerpoint/2010/main" val="3913062160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Leeds Beckett University Reviews | Ranks &amp; Testimonies | Uni Compare">
            <a:extLst>
              <a:ext uri="{FF2B5EF4-FFF2-40B4-BE49-F238E27FC236}">
                <a16:creationId xmlns:a16="http://schemas.microsoft.com/office/drawing/2014/main" id="{0B16F600-0621-DE72-9533-E0CDBF57E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5" name="Google Shape;295;p55"/>
          <p:cNvSpPr txBox="1">
            <a:spLocks noGrp="1"/>
          </p:cNvSpPr>
          <p:nvPr>
            <p:ph type="title"/>
          </p:nvPr>
        </p:nvSpPr>
        <p:spPr>
          <a:xfrm>
            <a:off x="457200" y="448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buClr>
                <a:schemeClr val="accent1"/>
              </a:buClr>
              <a:buSzPts val="3300"/>
            </a:pPr>
            <a:r>
              <a:rPr lang="en-GB" sz="4400" b="1" dirty="0">
                <a:solidFill>
                  <a:schemeClr val="bg2">
                    <a:lumMod val="50000"/>
                  </a:schemeClr>
                </a:solidFill>
              </a:rPr>
              <a:t>Module Teaching Staff</a:t>
            </a:r>
            <a:endParaRPr sz="4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1" name="Graphic 20" descr="Office worker male with solid fill">
            <a:extLst>
              <a:ext uri="{FF2B5EF4-FFF2-40B4-BE49-F238E27FC236}">
                <a16:creationId xmlns:a16="http://schemas.microsoft.com/office/drawing/2014/main" id="{0A8B9C97-95B2-D58C-83C0-8B98FD0599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2883" y="3382097"/>
            <a:ext cx="914400" cy="914400"/>
          </a:xfrm>
          <a:prstGeom prst="rect">
            <a:avLst/>
          </a:prstGeom>
          <a:effectLst/>
        </p:spPr>
      </p:pic>
      <p:pic>
        <p:nvPicPr>
          <p:cNvPr id="22" name="Graphic 21" descr="User with solid fill">
            <a:extLst>
              <a:ext uri="{FF2B5EF4-FFF2-40B4-BE49-F238E27FC236}">
                <a16:creationId xmlns:a16="http://schemas.microsoft.com/office/drawing/2014/main" id="{CC1D329B-48D8-374F-3E22-BFC257F3D4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25470" y="3417018"/>
            <a:ext cx="914400" cy="914400"/>
          </a:xfrm>
          <a:prstGeom prst="rect">
            <a:avLst/>
          </a:prstGeom>
        </p:spPr>
      </p:pic>
      <p:pic>
        <p:nvPicPr>
          <p:cNvPr id="23" name="Graphic 22" descr="Male profile with solid fill">
            <a:extLst>
              <a:ext uri="{FF2B5EF4-FFF2-40B4-BE49-F238E27FC236}">
                <a16:creationId xmlns:a16="http://schemas.microsoft.com/office/drawing/2014/main" id="{18238C22-0634-7231-4BED-6480A681DA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15880" y="3442243"/>
            <a:ext cx="914400" cy="914400"/>
          </a:xfrm>
          <a:prstGeom prst="rect">
            <a:avLst/>
          </a:prstGeom>
        </p:spPr>
      </p:pic>
      <p:pic>
        <p:nvPicPr>
          <p:cNvPr id="24" name="Graphic 23" descr="Office worker female with solid fill">
            <a:extLst>
              <a:ext uri="{FF2B5EF4-FFF2-40B4-BE49-F238E27FC236}">
                <a16:creationId xmlns:a16="http://schemas.microsoft.com/office/drawing/2014/main" id="{9F1C9026-8DD2-FE8E-B013-06EA237DE5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32326" y="3391793"/>
            <a:ext cx="914400" cy="914400"/>
          </a:xfrm>
          <a:prstGeom prst="rect">
            <a:avLst/>
          </a:prstGeom>
          <a:effectLst/>
        </p:spPr>
      </p:pic>
      <p:pic>
        <p:nvPicPr>
          <p:cNvPr id="25" name="Graphic 24" descr="Female Profile with solid fill">
            <a:extLst>
              <a:ext uri="{FF2B5EF4-FFF2-40B4-BE49-F238E27FC236}">
                <a16:creationId xmlns:a16="http://schemas.microsoft.com/office/drawing/2014/main" id="{FB1DD729-00FE-30BA-E109-44F3CD7FCB4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62452" y="3480080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6A994C6-87DA-5F9B-64D2-01E3B4EEF19F}"/>
              </a:ext>
            </a:extLst>
          </p:cNvPr>
          <p:cNvSpPr txBox="1"/>
          <p:nvPr/>
        </p:nvSpPr>
        <p:spPr>
          <a:xfrm>
            <a:off x="3985974" y="4263367"/>
            <a:ext cx="1667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2000" b="1" dirty="0">
                <a:solidFill>
                  <a:schemeClr val="bg2">
                    <a:lumMod val="50000"/>
                  </a:schemeClr>
                </a:solidFill>
                <a:latin typeface="Arial" charset="0"/>
              </a:rPr>
              <a:t>Supervisors</a:t>
            </a:r>
          </a:p>
        </p:txBody>
      </p:sp>
      <p:pic>
        <p:nvPicPr>
          <p:cNvPr id="4" name="Picture 3" descr="A person in a green sweater&#10;&#10;Description automatically generated">
            <a:extLst>
              <a:ext uri="{FF2B5EF4-FFF2-40B4-BE49-F238E27FC236}">
                <a16:creationId xmlns:a16="http://schemas.microsoft.com/office/drawing/2014/main" id="{CFFDECE2-10CC-DB43-1601-C8D8520365C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87509" y="1585804"/>
            <a:ext cx="1768981" cy="1178896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AutoShape 2">
            <a:extLst>
              <a:ext uri="{FF2B5EF4-FFF2-40B4-BE49-F238E27FC236}">
                <a16:creationId xmlns:a16="http://schemas.microsoft.com/office/drawing/2014/main" id="{A08F4123-4A1E-4996-B159-8F04F3C951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67639" y="357188"/>
            <a:ext cx="4204361" cy="986400"/>
          </a:xfrm>
        </p:spPr>
        <p:txBody>
          <a:bodyPr anchor="ctr"/>
          <a:lstStyle/>
          <a:p>
            <a:pPr algn="ctr" eaLnBrk="1" hangingPunct="1"/>
            <a:r>
              <a:rPr lang="en-GB" altLang="en-US" sz="4400" dirty="0"/>
              <a:t>Introduction</a:t>
            </a:r>
            <a:endParaRPr lang="en-US" altLang="en-US" sz="4400" dirty="0"/>
          </a:p>
        </p:txBody>
      </p:sp>
      <p:sp>
        <p:nvSpPr>
          <p:cNvPr id="5125" name="Rectangle 4">
            <a:extLst>
              <a:ext uri="{FF2B5EF4-FFF2-40B4-BE49-F238E27FC236}">
                <a16:creationId xmlns:a16="http://schemas.microsoft.com/office/drawing/2014/main" id="{EF9B9DFE-22C3-426C-B134-E61CD18AF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26958"/>
            <a:ext cx="184731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0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E33171-2D64-229D-99DB-BE8236DFEC42}"/>
              </a:ext>
            </a:extLst>
          </p:cNvPr>
          <p:cNvSpPr txBox="1"/>
          <p:nvPr/>
        </p:nvSpPr>
        <p:spPr>
          <a:xfrm>
            <a:off x="637071" y="3037517"/>
            <a:ext cx="37145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GB" sz="1600" dirty="0"/>
              <a:t>No requirement for uniqueness, but the project must be sufficiently challenging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E15EAE-A307-B5A1-A0AA-C9D41D038A84}"/>
              </a:ext>
            </a:extLst>
          </p:cNvPr>
          <p:cNvSpPr txBox="1"/>
          <p:nvPr/>
        </p:nvSpPr>
        <p:spPr>
          <a:xfrm>
            <a:off x="637071" y="1398098"/>
            <a:ext cx="61003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GB" sz="1600" dirty="0"/>
              <a:t>The Dissertation is a core module for all awards</a:t>
            </a:r>
          </a:p>
          <a:p>
            <a:pPr marL="0" indent="0" eaLnBrk="1" hangingPunct="1">
              <a:spcBef>
                <a:spcPct val="50000"/>
              </a:spcBef>
              <a:defRPr/>
            </a:pPr>
            <a:r>
              <a:rPr lang="en-GB" sz="1600" dirty="0"/>
              <a:t>           </a:t>
            </a:r>
            <a:r>
              <a:rPr lang="en-GB" sz="1600" b="1" dirty="0">
                <a:solidFill>
                  <a:srgbClr val="FF0000"/>
                </a:solidFill>
              </a:rPr>
              <a:t>You CANNOT get your MSc without completing it!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408546-0533-EE88-9FD1-E5E50639792D}"/>
              </a:ext>
            </a:extLst>
          </p:cNvPr>
          <p:cNvSpPr txBox="1"/>
          <p:nvPr/>
        </p:nvSpPr>
        <p:spPr>
          <a:xfrm>
            <a:off x="637071" y="226928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GB" sz="1600" dirty="0"/>
              <a:t>This module is worth 60 credits at level 7</a:t>
            </a:r>
          </a:p>
        </p:txBody>
      </p:sp>
      <p:pic>
        <p:nvPicPr>
          <p:cNvPr id="8" name="Picture 2" descr="Leeds Beckett University">
            <a:extLst>
              <a:ext uri="{FF2B5EF4-FFF2-40B4-BE49-F238E27FC236}">
                <a16:creationId xmlns:a16="http://schemas.microsoft.com/office/drawing/2014/main" id="{12814669-42A7-5917-1926-2E69B27F3C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3"/>
          <a:stretch/>
        </p:blipFill>
        <p:spPr bwMode="auto">
          <a:xfrm>
            <a:off x="4710511" y="2871649"/>
            <a:ext cx="3714593" cy="226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312D8-7034-434F-BC3E-3A1282B03B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15375" y="6108700"/>
            <a:ext cx="428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655B80-F033-4F37-B3D9-81F39555C88C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5E3E12-C288-EFF8-4FAD-9DE0243F6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639" y="357188"/>
            <a:ext cx="7509035" cy="913347"/>
          </a:xfrm>
        </p:spPr>
        <p:txBody>
          <a:bodyPr/>
          <a:lstStyle/>
          <a:p>
            <a:pPr algn="ctr"/>
            <a:r>
              <a:rPr lang="en-GB" sz="4400" dirty="0"/>
              <a:t>Dissertation Timeline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3948663-4F98-ACD9-39FE-2E4FD36799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3041742"/>
              </p:ext>
            </p:extLst>
          </p:nvPr>
        </p:nvGraphicFramePr>
        <p:xfrm>
          <a:off x="1143135" y="494097"/>
          <a:ext cx="6188106" cy="4049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Arrow: Bent-Up 15">
            <a:extLst>
              <a:ext uri="{FF2B5EF4-FFF2-40B4-BE49-F238E27FC236}">
                <a16:creationId xmlns:a16="http://schemas.microsoft.com/office/drawing/2014/main" id="{98717524-D822-ADE2-3F5F-A4025A957E33}"/>
              </a:ext>
            </a:extLst>
          </p:cNvPr>
          <p:cNvSpPr/>
          <p:nvPr/>
        </p:nvSpPr>
        <p:spPr>
          <a:xfrm rot="5400000">
            <a:off x="4732422" y="3070459"/>
            <a:ext cx="734728" cy="632058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7544B7-8BB9-BF61-C057-215EF4041667}"/>
              </a:ext>
            </a:extLst>
          </p:cNvPr>
          <p:cNvSpPr txBox="1">
            <a:spLocks/>
          </p:cNvSpPr>
          <p:nvPr/>
        </p:nvSpPr>
        <p:spPr>
          <a:xfrm>
            <a:off x="5282272" y="3451510"/>
            <a:ext cx="2777282" cy="70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sz="1100" dirty="0"/>
              <a:t>As soon as your proposal has been approved by your supervisor, you can start working on your </a:t>
            </a:r>
            <a:r>
              <a:rPr lang="en-GB" sz="1100" b="1" u="sng" dirty="0"/>
              <a:t>research ethics </a:t>
            </a:r>
            <a:r>
              <a:rPr lang="en-GB" sz="1100" dirty="0"/>
              <a:t>application.</a:t>
            </a:r>
          </a:p>
        </p:txBody>
      </p:sp>
    </p:spTree>
    <p:extLst>
      <p:ext uri="{BB962C8B-B14F-4D97-AF65-F5344CB8AC3E}">
        <p14:creationId xmlns:p14="http://schemas.microsoft.com/office/powerpoint/2010/main" val="345586367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2">
            <a:extLst>
              <a:ext uri="{FF2B5EF4-FFF2-40B4-BE49-F238E27FC236}">
                <a16:creationId xmlns:a16="http://schemas.microsoft.com/office/drawing/2014/main" id="{312DFA53-53E0-4B4B-ADCE-F1AAB30D41D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33887" y="356190"/>
            <a:ext cx="3909186" cy="986400"/>
          </a:xfrm>
        </p:spPr>
        <p:txBody>
          <a:bodyPr anchor="ctr"/>
          <a:lstStyle/>
          <a:p>
            <a:pPr algn="ctr" eaLnBrk="1" hangingPunct="1"/>
            <a:r>
              <a:rPr lang="en-GB" altLang="en-US" sz="4400" dirty="0"/>
              <a:t>Introduction</a:t>
            </a:r>
            <a:endParaRPr lang="en-US" altLang="en-US" sz="4400" dirty="0"/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9D1F97E2-0D2D-4E00-B073-217A21A8C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26958"/>
            <a:ext cx="184731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050"/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F54C4AE3-5CFC-404F-B647-2CBB6544D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2" y="1373991"/>
            <a:ext cx="720643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50000"/>
              </a:spcBef>
              <a:defRPr/>
            </a:pPr>
            <a:r>
              <a:rPr lang="en-GB" sz="1600" dirty="0"/>
              <a:t>Start thinking about your MSc project:</a:t>
            </a:r>
          </a:p>
          <a:p>
            <a:pPr lvl="2" eaLnBrk="1" hangingPunct="1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GB" sz="1600" dirty="0"/>
              <a:t>What were your strengths during your BSc?</a:t>
            </a:r>
          </a:p>
          <a:p>
            <a:pPr lvl="2" eaLnBrk="1" hangingPunct="1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GB" sz="1600" dirty="0"/>
              <a:t>Do you have any relevant work experience?</a:t>
            </a:r>
          </a:p>
          <a:p>
            <a:pPr lvl="2" eaLnBrk="1" hangingPunct="1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GB" sz="1600" dirty="0"/>
              <a:t>What have you learned in your current program of study?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06D527-85C1-5116-1E67-A486BA011DE6}"/>
              </a:ext>
            </a:extLst>
          </p:cNvPr>
          <p:cNvSpPr txBox="1"/>
          <p:nvPr/>
        </p:nvSpPr>
        <p:spPr>
          <a:xfrm>
            <a:off x="963261" y="300225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eaLnBrk="1" hangingPunct="1">
              <a:spcBef>
                <a:spcPct val="50000"/>
              </a:spcBef>
              <a:defRPr/>
            </a:pPr>
            <a:r>
              <a:rPr lang="en-GB" sz="1600" dirty="0"/>
              <a:t>Consider your future career plans: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67D4C0-596F-A9DF-6FC0-F93AA0452F5B}"/>
              </a:ext>
            </a:extLst>
          </p:cNvPr>
          <p:cNvSpPr txBox="1"/>
          <p:nvPr/>
        </p:nvSpPr>
        <p:spPr>
          <a:xfrm>
            <a:off x="1857178" y="3403614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3" indent="-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GB" sz="1600" dirty="0"/>
              <a:t>Higher education (PhD)?</a:t>
            </a:r>
          </a:p>
          <a:p>
            <a:pPr marL="285750" lvl="3" indent="-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GB" sz="1600" dirty="0"/>
              <a:t>Industry?</a:t>
            </a:r>
          </a:p>
        </p:txBody>
      </p:sp>
      <p:pic>
        <p:nvPicPr>
          <p:cNvPr id="6" name="Graphic 5" descr="Scientist male with solid fill">
            <a:extLst>
              <a:ext uri="{FF2B5EF4-FFF2-40B4-BE49-F238E27FC236}">
                <a16:creationId xmlns:a16="http://schemas.microsoft.com/office/drawing/2014/main" id="{9FA443B7-BA93-6A86-2125-AE5D1ADB1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7556" y="3114324"/>
            <a:ext cx="1286466" cy="1286466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AutoShape 2">
            <a:extLst>
              <a:ext uri="{FF2B5EF4-FFF2-40B4-BE49-F238E27FC236}">
                <a16:creationId xmlns:a16="http://schemas.microsoft.com/office/drawing/2014/main" id="{EC2774D3-DBB5-4834-9578-9145D841870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en-GB" altLang="en-US" sz="4400" dirty="0"/>
              <a:t>Module Aim and Objectives</a:t>
            </a:r>
            <a:endParaRPr lang="en-US" altLang="en-US" sz="4400" dirty="0"/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A44A0005-C839-4161-9586-039FF34F1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26958"/>
            <a:ext cx="184731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050"/>
          </a:p>
        </p:txBody>
      </p:sp>
      <p:sp>
        <p:nvSpPr>
          <p:cNvPr id="7174" name="Text Box 5">
            <a:extLst>
              <a:ext uri="{FF2B5EF4-FFF2-40B4-BE49-F238E27FC236}">
                <a16:creationId xmlns:a16="http://schemas.microsoft.com/office/drawing/2014/main" id="{9D842326-4B93-42D3-81FD-FC24D1D90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95" y="1406147"/>
            <a:ext cx="7282044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600" dirty="0"/>
              <a:t>A demonstration of  </a:t>
            </a:r>
            <a:r>
              <a:rPr lang="en-GB" altLang="en-US" sz="1600" dirty="0"/>
              <a:t>the student's</a:t>
            </a:r>
            <a:r>
              <a:rPr lang="en-US" altLang="en-US" sz="1600" dirty="0"/>
              <a:t> ability to undertake and produce a substantial piece of work to a professional standard.</a:t>
            </a:r>
            <a:endParaRPr lang="en-GB" altLang="en-US" sz="1600" dirty="0"/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600" dirty="0"/>
              <a:t>Equal emphasis on  academic skills (e.g. investigation, analysis and communication) &amp; professional skills (e.g. planning, design and programming).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600" dirty="0"/>
              <a:t>Integrate elements from </a:t>
            </a:r>
            <a:r>
              <a:rPr lang="en-GB" altLang="en-US" sz="1600" dirty="0"/>
              <a:t>the</a:t>
            </a:r>
            <a:r>
              <a:rPr lang="en-US" altLang="en-US" sz="1600" dirty="0"/>
              <a:t> chosen program of study.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600" dirty="0"/>
              <a:t>Demonstrate competence in a variety of tasks that are relevant to </a:t>
            </a:r>
            <a:r>
              <a:rPr lang="en-GB" altLang="en-US" sz="1600" dirty="0"/>
              <a:t>the</a:t>
            </a:r>
            <a:r>
              <a:rPr lang="en-US" altLang="en-US" sz="1600" dirty="0"/>
              <a:t> chosen award.</a:t>
            </a:r>
            <a:endParaRPr lang="en-GB" altLang="en-US" sz="1600" dirty="0"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>
            <a:extLst>
              <a:ext uri="{FF2B5EF4-FFF2-40B4-BE49-F238E27FC236}">
                <a16:creationId xmlns:a16="http://schemas.microsoft.com/office/drawing/2014/main" id="{818B8131-C4EB-41CA-9714-354208A3019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05905" y="438171"/>
            <a:ext cx="2020254" cy="775385"/>
          </a:xfrm>
        </p:spPr>
        <p:txBody>
          <a:bodyPr anchor="ctr"/>
          <a:lstStyle/>
          <a:p>
            <a:pPr algn="ctr" eaLnBrk="1" hangingPunct="1"/>
            <a:r>
              <a:rPr lang="en-GB" altLang="en-US" sz="4400" dirty="0"/>
              <a:t>Roles</a:t>
            </a:r>
            <a:endParaRPr lang="en-US" altLang="en-US" sz="4400" dirty="0"/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82A94100-D185-45B6-BAAC-736D649DE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26958"/>
            <a:ext cx="184731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050"/>
          </a:p>
        </p:txBody>
      </p:sp>
      <p:sp>
        <p:nvSpPr>
          <p:cNvPr id="9222" name="Text Box 5">
            <a:extLst>
              <a:ext uri="{FF2B5EF4-FFF2-40B4-BE49-F238E27FC236}">
                <a16:creationId xmlns:a16="http://schemas.microsoft.com/office/drawing/2014/main" id="{733CA509-F9CC-4195-B210-65E391A37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531" y="1430750"/>
            <a:ext cx="401731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altLang="en-US" sz="1600" dirty="0"/>
              <a:t>Q: Who is responsible for your project?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0D2764-896B-173F-C5B5-258E68B57FC1}"/>
              </a:ext>
            </a:extLst>
          </p:cNvPr>
          <p:cNvSpPr txBox="1"/>
          <p:nvPr/>
        </p:nvSpPr>
        <p:spPr>
          <a:xfrm>
            <a:off x="532380" y="3304760"/>
            <a:ext cx="4220462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eaLnBrk="1" hangingPunct="1">
              <a:spcBef>
                <a:spcPct val="50000"/>
              </a:spcBef>
            </a:pPr>
            <a:r>
              <a:rPr lang="en-US" altLang="en-US" sz="1600" dirty="0">
                <a:solidFill>
                  <a:schemeClr val="tx1"/>
                </a:solidFill>
              </a:rPr>
              <a:t>Please understand that all deliverables from your project must be </a:t>
            </a:r>
            <a:r>
              <a:rPr lang="en-US" altLang="en-US" sz="1600" b="1" u="sng" dirty="0">
                <a:solidFill>
                  <a:srgbClr val="FF0000"/>
                </a:solidFill>
              </a:rPr>
              <a:t>your own work</a:t>
            </a:r>
            <a:r>
              <a:rPr lang="en-US" altLang="en-US" sz="1600" u="sng" dirty="0">
                <a:solidFill>
                  <a:srgbClr val="FF0000"/>
                </a:solidFill>
              </a:rPr>
              <a:t> </a:t>
            </a:r>
            <a:r>
              <a:rPr lang="en-US" altLang="en-US" sz="1600" dirty="0">
                <a:solidFill>
                  <a:schemeClr val="tx1"/>
                </a:solidFill>
              </a:rPr>
              <a:t>and not previously submitted</a:t>
            </a:r>
            <a:r>
              <a:rPr lang="en-US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en-US" sz="1600" dirty="0">
                <a:solidFill>
                  <a:schemeClr val="tx1"/>
                </a:solidFill>
              </a:rPr>
              <a:t>for assessment. </a:t>
            </a:r>
            <a:endParaRPr lang="en-US" altLang="en-US" dirty="0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5AC6A0B6-A107-E9A4-6577-90570045E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0378" y="1790055"/>
            <a:ext cx="18323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altLang="en-US" sz="1600" dirty="0"/>
              <a:t>a) your supervisor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4A867A94-A0C5-AC2A-AC8C-7F4D39288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0378" y="2187548"/>
            <a:ext cx="221578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altLang="en-US" sz="1600" dirty="0"/>
              <a:t>b) the module leader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3CB72B23-30AE-6A37-5301-B8901275C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0378" y="2580063"/>
            <a:ext cx="195910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altLang="en-US" sz="1600" dirty="0"/>
              <a:t>c) you, the student</a:t>
            </a:r>
          </a:p>
        </p:txBody>
      </p:sp>
      <p:pic>
        <p:nvPicPr>
          <p:cNvPr id="1030" name="Picture 6" descr="Getting to our campuses | Undergraduate Study | Leeds Beckett University">
            <a:extLst>
              <a:ext uri="{FF2B5EF4-FFF2-40B4-BE49-F238E27FC236}">
                <a16:creationId xmlns:a16="http://schemas.microsoft.com/office/drawing/2014/main" id="{0541145F-66DB-1A7F-5A70-005599452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767" y="-1332"/>
            <a:ext cx="3429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FF544B47-6E2E-673A-93F4-3CDD0382C4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999" y="2580063"/>
            <a:ext cx="365733" cy="36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5887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AutoShape 2">
            <a:extLst>
              <a:ext uri="{FF2B5EF4-FFF2-40B4-BE49-F238E27FC236}">
                <a16:creationId xmlns:a16="http://schemas.microsoft.com/office/drawing/2014/main" id="{E0C73C9A-16AB-4E93-89B6-5DD509D4474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68238" y="528058"/>
            <a:ext cx="7693800" cy="639341"/>
          </a:xfrm>
        </p:spPr>
        <p:txBody>
          <a:bodyPr anchor="ctr"/>
          <a:lstStyle/>
          <a:p>
            <a:pPr algn="ctr" eaLnBrk="1" hangingPunct="1"/>
            <a:r>
              <a:rPr lang="en-GB" altLang="en-US" sz="4400" dirty="0"/>
              <a:t>Your Supervisory Team</a:t>
            </a:r>
            <a:endParaRPr lang="en-US" altLang="en-US" sz="44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38026F-8F81-408F-BB8B-BB18CBCCD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27731" y="1363240"/>
            <a:ext cx="6954043" cy="1062504"/>
          </a:xfrm>
        </p:spPr>
        <p:txBody>
          <a:bodyPr/>
          <a:lstStyle/>
          <a:p>
            <a:pPr marL="228600" indent="0" eaLnBrk="1" hangingPunct="1">
              <a:spcBef>
                <a:spcPct val="50000"/>
              </a:spcBef>
            </a:pPr>
            <a:r>
              <a:rPr lang="en-US" altLang="en-US" sz="1600" dirty="0"/>
              <a:t>Your supervisor is also your personal tutor.</a:t>
            </a:r>
          </a:p>
          <a:p>
            <a:pPr marL="5143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600" dirty="0"/>
              <a:t>They will guide you through the project academically as well as provide pastoral care and coaching. </a:t>
            </a:r>
            <a:r>
              <a:rPr lang="en-US" altLang="en-US" sz="1600" dirty="0">
                <a:solidFill>
                  <a:srgbClr val="FF0000"/>
                </a:solidFill>
              </a:rPr>
              <a:t>Your primary contact will always be the first supervisor.</a:t>
            </a:r>
          </a:p>
          <a:p>
            <a:endParaRPr lang="en-GB" dirty="0"/>
          </a:p>
        </p:txBody>
      </p:sp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7B315470-5DBC-4EE8-B88C-B6B76258C78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6369050"/>
            <a:ext cx="5873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96784555-7B33-42ED-8348-A4D8F1EF3F0F}" type="slidenum">
              <a:rPr lang="ar-SA" altLang="en-US" smtClean="0"/>
              <a:pPr eaLnBrk="1" hangingPunct="1"/>
              <a:t>9</a:t>
            </a:fld>
            <a:endParaRPr lang="en-GB" altLang="en-US"/>
          </a:p>
        </p:txBody>
      </p:sp>
      <p:sp>
        <p:nvSpPr>
          <p:cNvPr id="12292" name="Footer Placeholder 3">
            <a:extLst>
              <a:ext uri="{FF2B5EF4-FFF2-40B4-BE49-F238E27FC236}">
                <a16:creationId xmlns:a16="http://schemas.microsoft.com/office/drawing/2014/main" id="{4A12AC3D-A2AA-4745-969C-D731CECB60E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6383338"/>
            <a:ext cx="7356475" cy="474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en-GB"/>
              <a:t>Dr Pooneh Bagheri Zadeh, Faculty of Computing, Engineering &amp; Technology, Staffordshire University.</a:t>
            </a:r>
            <a:endParaRPr lang="en-GB" altLang="en-US"/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DB4A75AB-E52F-42FD-AB32-756523933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26958"/>
            <a:ext cx="184731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0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584CAC-E4AA-B6BA-3EAE-C444209A4C31}"/>
              </a:ext>
            </a:extLst>
          </p:cNvPr>
          <p:cNvSpPr txBox="1"/>
          <p:nvPr/>
        </p:nvSpPr>
        <p:spPr>
          <a:xfrm>
            <a:off x="1450206" y="2717757"/>
            <a:ext cx="64938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600" dirty="0"/>
              <a:t>You will be assigned a second assessor. </a:t>
            </a: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600" dirty="0"/>
              <a:t>They help your supervisor at key stages of the project such as marking your assessment components, giving recommendations, and asking questions in the live Q&amp;A.</a:t>
            </a:r>
            <a:endParaRPr lang="en-GB" altLang="en-US" sz="1600" dirty="0"/>
          </a:p>
        </p:txBody>
      </p:sp>
      <p:pic>
        <p:nvPicPr>
          <p:cNvPr id="9" name="Graphic 8" descr="Office worker female with solid fill">
            <a:extLst>
              <a:ext uri="{FF2B5EF4-FFF2-40B4-BE49-F238E27FC236}">
                <a16:creationId xmlns:a16="http://schemas.microsoft.com/office/drawing/2014/main" id="{47D47CE3-0777-E694-4273-5B1C8FB7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109" y="1498461"/>
            <a:ext cx="914400" cy="914400"/>
          </a:xfrm>
          <a:prstGeom prst="rect">
            <a:avLst/>
          </a:prstGeom>
          <a:effectLst/>
        </p:spPr>
      </p:pic>
      <p:pic>
        <p:nvPicPr>
          <p:cNvPr id="10" name="Graphic 9" descr="Office worker male with solid fill">
            <a:extLst>
              <a:ext uri="{FF2B5EF4-FFF2-40B4-BE49-F238E27FC236}">
                <a16:creationId xmlns:a16="http://schemas.microsoft.com/office/drawing/2014/main" id="{13A5DB21-B75C-E9DE-8250-7412DDB48C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109" y="2853822"/>
            <a:ext cx="914400" cy="914400"/>
          </a:xfrm>
          <a:prstGeom prst="rect">
            <a:avLst/>
          </a:prstGeom>
          <a:effectLst/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D4AC275-4BE2-E327-9E17-57CE4F4A16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3481969"/>
              </p:ext>
            </p:extLst>
          </p:nvPr>
        </p:nvGraphicFramePr>
        <p:xfrm>
          <a:off x="2156792" y="1288774"/>
          <a:ext cx="5463208" cy="33149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FB728FE-BEAC-FDAF-A691-7E9728BCC6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1486607"/>
              </p:ext>
            </p:extLst>
          </p:nvPr>
        </p:nvGraphicFramePr>
        <p:xfrm>
          <a:off x="483393" y="2852690"/>
          <a:ext cx="635069" cy="778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CC67728-4529-B147-C74D-67FE72D3D82D}"/>
              </a:ext>
            </a:extLst>
          </p:cNvPr>
          <p:cNvSpPr txBox="1"/>
          <p:nvPr/>
        </p:nvSpPr>
        <p:spPr>
          <a:xfrm>
            <a:off x="483394" y="2526186"/>
            <a:ext cx="16389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GB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Independent 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B7CE15-26DD-47D4-723B-92A341B3AAD4}"/>
              </a:ext>
            </a:extLst>
          </p:cNvPr>
          <p:cNvSpPr txBox="1"/>
          <p:nvPr/>
        </p:nvSpPr>
        <p:spPr>
          <a:xfrm>
            <a:off x="1107880" y="2826072"/>
            <a:ext cx="46910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GB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826BF1-39C6-C873-8F5B-701EC0A512CF}"/>
              </a:ext>
            </a:extLst>
          </p:cNvPr>
          <p:cNvSpPr txBox="1"/>
          <p:nvPr/>
        </p:nvSpPr>
        <p:spPr>
          <a:xfrm>
            <a:off x="1107880" y="3101816"/>
            <a:ext cx="89847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GB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Medium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C31FFC-3EC3-2BD8-281E-28890CC51461}"/>
              </a:ext>
            </a:extLst>
          </p:cNvPr>
          <p:cNvSpPr txBox="1"/>
          <p:nvPr/>
        </p:nvSpPr>
        <p:spPr>
          <a:xfrm>
            <a:off x="1107880" y="3378815"/>
            <a:ext cx="69772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GB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High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EEC2E1-BB9E-053C-F737-CACFBC7AF65C}"/>
              </a:ext>
            </a:extLst>
          </p:cNvPr>
          <p:cNvSpPr txBox="1"/>
          <p:nvPr/>
        </p:nvSpPr>
        <p:spPr>
          <a:xfrm>
            <a:off x="2044148" y="281610"/>
            <a:ext cx="435048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GB" sz="40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Supervision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6BA73-D65D-5DC4-B25E-CC4B1C3C7136}"/>
              </a:ext>
            </a:extLst>
          </p:cNvPr>
          <p:cNvSpPr txBox="1"/>
          <p:nvPr/>
        </p:nvSpPr>
        <p:spPr>
          <a:xfrm>
            <a:off x="4572001" y="831358"/>
            <a:ext cx="17416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GB" sz="1500" kern="1200" dirty="0">
                <a:solidFill>
                  <a:srgbClr val="E7E6E6">
                    <a:lumMod val="25000"/>
                  </a:srgbClr>
                </a:solidFill>
                <a:latin typeface="Calibri" panose="020F0502020204030204"/>
                <a:ea typeface="+mn-ea"/>
                <a:cs typeface="+mn-cs"/>
              </a:rPr>
              <a:t>Student Perspective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5C450-5D21-3CED-805C-96D83951D69E}"/>
              </a:ext>
            </a:extLst>
          </p:cNvPr>
          <p:cNvSpPr txBox="1"/>
          <p:nvPr/>
        </p:nvSpPr>
        <p:spPr>
          <a:xfrm>
            <a:off x="7598152" y="2223369"/>
            <a:ext cx="90777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alibri"/>
              </a:rPr>
              <a:t>28/05/24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B67D1E-33DB-20F1-6AC9-40E15296A80E}"/>
              </a:ext>
            </a:extLst>
          </p:cNvPr>
          <p:cNvSpPr txBox="1"/>
          <p:nvPr/>
        </p:nvSpPr>
        <p:spPr>
          <a:xfrm>
            <a:off x="7598152" y="3311852"/>
            <a:ext cx="90777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alibri"/>
              </a:rPr>
              <a:t>30/06/24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67AE4B-26AF-520E-6A20-2F8AE3DC2455}"/>
              </a:ext>
            </a:extLst>
          </p:cNvPr>
          <p:cNvSpPr txBox="1"/>
          <p:nvPr/>
        </p:nvSpPr>
        <p:spPr>
          <a:xfrm>
            <a:off x="7609076" y="4400335"/>
            <a:ext cx="90777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alibri"/>
              </a:rPr>
              <a:t>04/09/24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3888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D4AC275-4BE2-E327-9E17-57CE4F4A16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1715231"/>
              </p:ext>
            </p:extLst>
          </p:nvPr>
        </p:nvGraphicFramePr>
        <p:xfrm>
          <a:off x="2156791" y="1288774"/>
          <a:ext cx="5943599" cy="37901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FB728FE-BEAC-FDAF-A691-7E9728BCC68A}"/>
              </a:ext>
            </a:extLst>
          </p:cNvPr>
          <p:cNvGraphicFramePr/>
          <p:nvPr/>
        </p:nvGraphicFramePr>
        <p:xfrm>
          <a:off x="483393" y="2852690"/>
          <a:ext cx="635069" cy="778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CC67728-4529-B147-C74D-67FE72D3D82D}"/>
              </a:ext>
            </a:extLst>
          </p:cNvPr>
          <p:cNvSpPr txBox="1"/>
          <p:nvPr/>
        </p:nvSpPr>
        <p:spPr>
          <a:xfrm>
            <a:off x="483394" y="2526186"/>
            <a:ext cx="16389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GB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Independent 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B7CE15-26DD-47D4-723B-92A341B3AAD4}"/>
              </a:ext>
            </a:extLst>
          </p:cNvPr>
          <p:cNvSpPr txBox="1"/>
          <p:nvPr/>
        </p:nvSpPr>
        <p:spPr>
          <a:xfrm>
            <a:off x="1107880" y="2826072"/>
            <a:ext cx="46910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GB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826BF1-39C6-C873-8F5B-701EC0A512CF}"/>
              </a:ext>
            </a:extLst>
          </p:cNvPr>
          <p:cNvSpPr txBox="1"/>
          <p:nvPr/>
        </p:nvSpPr>
        <p:spPr>
          <a:xfrm>
            <a:off x="1107880" y="3101816"/>
            <a:ext cx="89847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GB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Medium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C31FFC-3EC3-2BD8-281E-28890CC51461}"/>
              </a:ext>
            </a:extLst>
          </p:cNvPr>
          <p:cNvSpPr txBox="1"/>
          <p:nvPr/>
        </p:nvSpPr>
        <p:spPr>
          <a:xfrm>
            <a:off x="1107880" y="3378815"/>
            <a:ext cx="69772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GB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High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EEC2E1-BB9E-053C-F737-CACFBC7AF65C}"/>
              </a:ext>
            </a:extLst>
          </p:cNvPr>
          <p:cNvSpPr txBox="1"/>
          <p:nvPr/>
        </p:nvSpPr>
        <p:spPr>
          <a:xfrm>
            <a:off x="2044148" y="281610"/>
            <a:ext cx="4723152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GB" sz="40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Supervision Meetings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6BA73-D65D-5DC4-B25E-CC4B1C3C7136}"/>
              </a:ext>
            </a:extLst>
          </p:cNvPr>
          <p:cNvSpPr txBox="1"/>
          <p:nvPr/>
        </p:nvSpPr>
        <p:spPr>
          <a:xfrm>
            <a:off x="4572001" y="831358"/>
            <a:ext cx="139698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GB" sz="1500" kern="1200" dirty="0">
                <a:solidFill>
                  <a:srgbClr val="E7E6E6">
                    <a:lumMod val="25000"/>
                  </a:srgbClr>
                </a:solidFill>
                <a:latin typeface="Calibri" panose="020F0502020204030204"/>
                <a:ea typeface="+mn-ea"/>
                <a:cs typeface="+mn-cs"/>
              </a:rPr>
              <a:t>The happy path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5C450-5D21-3CED-805C-96D83951D69E}"/>
              </a:ext>
            </a:extLst>
          </p:cNvPr>
          <p:cNvSpPr txBox="1"/>
          <p:nvPr/>
        </p:nvSpPr>
        <p:spPr>
          <a:xfrm>
            <a:off x="6317975" y="2179823"/>
            <a:ext cx="2187952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alibri"/>
              </a:rPr>
              <a:t>Submit Proposal 17/05/24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B67D1E-33DB-20F1-6AC9-40E15296A80E}"/>
              </a:ext>
            </a:extLst>
          </p:cNvPr>
          <p:cNvSpPr txBox="1"/>
          <p:nvPr/>
        </p:nvSpPr>
        <p:spPr>
          <a:xfrm>
            <a:off x="6317975" y="3388479"/>
            <a:ext cx="247618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Calibri"/>
              </a:rPr>
              <a:t>Submit Draft Chapter </a:t>
            </a:r>
            <a:r>
              <a:rPr lang="en-GB" dirty="0">
                <a:latin typeface="Calibri"/>
              </a:rPr>
              <a:t>14/06/24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67AE4B-26AF-520E-6A20-2F8AE3DC2455}"/>
              </a:ext>
            </a:extLst>
          </p:cNvPr>
          <p:cNvSpPr txBox="1"/>
          <p:nvPr/>
        </p:nvSpPr>
        <p:spPr>
          <a:xfrm>
            <a:off x="6344507" y="4562394"/>
            <a:ext cx="23489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alibri" panose="020F0502020204030204" pitchFamily="34" charset="0"/>
              </a:rPr>
              <a:t>Submit Dissertation 06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/09/24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566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D4AC275-4BE2-E327-9E17-57CE4F4A16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986302"/>
              </p:ext>
            </p:extLst>
          </p:nvPr>
        </p:nvGraphicFramePr>
        <p:xfrm>
          <a:off x="2156792" y="1288774"/>
          <a:ext cx="5463208" cy="33149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FB728FE-BEAC-FDAF-A691-7E9728BCC68A}"/>
              </a:ext>
            </a:extLst>
          </p:cNvPr>
          <p:cNvGraphicFramePr/>
          <p:nvPr/>
        </p:nvGraphicFramePr>
        <p:xfrm>
          <a:off x="483393" y="2852690"/>
          <a:ext cx="635069" cy="778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CC67728-4529-B147-C74D-67FE72D3D82D}"/>
              </a:ext>
            </a:extLst>
          </p:cNvPr>
          <p:cNvSpPr txBox="1"/>
          <p:nvPr/>
        </p:nvSpPr>
        <p:spPr>
          <a:xfrm>
            <a:off x="393088" y="2557436"/>
            <a:ext cx="189868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GB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Supervisor Involvement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B7CE15-26DD-47D4-723B-92A341B3AAD4}"/>
              </a:ext>
            </a:extLst>
          </p:cNvPr>
          <p:cNvSpPr txBox="1"/>
          <p:nvPr/>
        </p:nvSpPr>
        <p:spPr>
          <a:xfrm>
            <a:off x="1107880" y="2826072"/>
            <a:ext cx="69772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GB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High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826BF1-39C6-C873-8F5B-701EC0A512CF}"/>
              </a:ext>
            </a:extLst>
          </p:cNvPr>
          <p:cNvSpPr txBox="1"/>
          <p:nvPr/>
        </p:nvSpPr>
        <p:spPr>
          <a:xfrm>
            <a:off x="1107880" y="3101816"/>
            <a:ext cx="89847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GB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Medium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C31FFC-3EC3-2BD8-281E-28890CC51461}"/>
              </a:ext>
            </a:extLst>
          </p:cNvPr>
          <p:cNvSpPr txBox="1"/>
          <p:nvPr/>
        </p:nvSpPr>
        <p:spPr>
          <a:xfrm>
            <a:off x="1107880" y="3378815"/>
            <a:ext cx="69772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GB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EEC2E1-BB9E-053C-F737-CACFBC7AF65C}"/>
              </a:ext>
            </a:extLst>
          </p:cNvPr>
          <p:cNvSpPr txBox="1"/>
          <p:nvPr/>
        </p:nvSpPr>
        <p:spPr>
          <a:xfrm>
            <a:off x="2044148" y="281610"/>
            <a:ext cx="435048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GB" sz="40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Supervision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6BA73-D65D-5DC4-B25E-CC4B1C3C7136}"/>
              </a:ext>
            </a:extLst>
          </p:cNvPr>
          <p:cNvSpPr txBox="1"/>
          <p:nvPr/>
        </p:nvSpPr>
        <p:spPr>
          <a:xfrm>
            <a:off x="4572001" y="831358"/>
            <a:ext cx="195842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GB" sz="1500" kern="1200" dirty="0">
                <a:solidFill>
                  <a:srgbClr val="E7E6E6">
                    <a:lumMod val="25000"/>
                  </a:srgbClr>
                </a:solidFill>
                <a:latin typeface="Calibri" panose="020F0502020204030204"/>
                <a:ea typeface="+mn-ea"/>
                <a:cs typeface="+mn-cs"/>
              </a:rPr>
              <a:t>Supervisor Perspective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5C450-5D21-3CED-805C-96D83951D69E}"/>
              </a:ext>
            </a:extLst>
          </p:cNvPr>
          <p:cNvSpPr txBox="1"/>
          <p:nvPr/>
        </p:nvSpPr>
        <p:spPr>
          <a:xfrm>
            <a:off x="7598152" y="2223369"/>
            <a:ext cx="90777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alibri"/>
              </a:rPr>
              <a:t>17/05/24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B67D1E-33DB-20F1-6AC9-40E15296A80E}"/>
              </a:ext>
            </a:extLst>
          </p:cNvPr>
          <p:cNvSpPr txBox="1"/>
          <p:nvPr/>
        </p:nvSpPr>
        <p:spPr>
          <a:xfrm>
            <a:off x="7598152" y="3311852"/>
            <a:ext cx="90777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alibri"/>
              </a:rPr>
              <a:t>14/06/24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67AE4B-26AF-520E-6A20-2F8AE3DC2455}"/>
              </a:ext>
            </a:extLst>
          </p:cNvPr>
          <p:cNvSpPr txBox="1"/>
          <p:nvPr/>
        </p:nvSpPr>
        <p:spPr>
          <a:xfrm>
            <a:off x="7609076" y="4400335"/>
            <a:ext cx="90777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Calibri"/>
              </a:rPr>
              <a:t>06/09/24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6518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4">
            <a:extLst>
              <a:ext uri="{FF2B5EF4-FFF2-40B4-BE49-F238E27FC236}">
                <a16:creationId xmlns:a16="http://schemas.microsoft.com/office/drawing/2014/main" id="{5B4986DD-FC14-4B3C-A97D-7232B3F2C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-126958"/>
            <a:ext cx="184731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050"/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569686F4-FA14-48AD-B69A-20165AF78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035" y="1457574"/>
            <a:ext cx="704471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50000"/>
              </a:spcBef>
              <a:defRPr/>
            </a:pPr>
            <a:r>
              <a:rPr lang="en-US" sz="1600" dirty="0">
                <a:latin typeface="Arial"/>
              </a:rPr>
              <a:t>An academic member of staff is allocated time to meet you regularly as your supervisor (roughly </a:t>
            </a:r>
            <a:r>
              <a:rPr lang="en-US" sz="1600" b="1" dirty="0">
                <a:latin typeface="Arial"/>
              </a:rPr>
              <a:t>twice a month</a:t>
            </a:r>
            <a:r>
              <a:rPr lang="en-US" sz="1600" dirty="0">
                <a:latin typeface="Arial"/>
              </a:rPr>
              <a:t>).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C13D1B07-4145-4E0D-B5D0-A1A71859FEE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53278" y="255900"/>
            <a:ext cx="7321826" cy="986400"/>
          </a:xfrm>
        </p:spPr>
        <p:txBody>
          <a:bodyPr anchor="ctr"/>
          <a:lstStyle/>
          <a:p>
            <a:pPr algn="ctr"/>
            <a:r>
              <a:rPr lang="en-GB" altLang="en-US" sz="4400" dirty="0"/>
              <a:t>Supervision Expectations</a:t>
            </a:r>
            <a:endParaRPr lang="en-US" altLang="en-US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D672A-6D4F-3F16-F7D3-0608F247A281}"/>
              </a:ext>
            </a:extLst>
          </p:cNvPr>
          <p:cNvSpPr txBox="1"/>
          <p:nvPr/>
        </p:nvSpPr>
        <p:spPr>
          <a:xfrm>
            <a:off x="750941" y="2133217"/>
            <a:ext cx="68823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sz="1600" dirty="0"/>
              <a:t>You are responsible for </a:t>
            </a:r>
            <a:r>
              <a:rPr lang="en-US" sz="1600" dirty="0" err="1"/>
              <a:t>organising</a:t>
            </a:r>
            <a:r>
              <a:rPr lang="en-US" sz="1600" dirty="0"/>
              <a:t> these meetings.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552B5D-2395-39AB-57B0-75CE1A515AC8}"/>
              </a:ext>
            </a:extLst>
          </p:cNvPr>
          <p:cNvSpPr txBox="1"/>
          <p:nvPr/>
        </p:nvSpPr>
        <p:spPr>
          <a:xfrm>
            <a:off x="750941" y="2524640"/>
            <a:ext cx="66605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sz="1600" dirty="0"/>
              <a:t>Please </a:t>
            </a:r>
            <a:r>
              <a:rPr lang="en-US" sz="1600" b="1" dirty="0"/>
              <a:t>set the agenda </a:t>
            </a:r>
            <a:r>
              <a:rPr lang="en-US" sz="1600" dirty="0"/>
              <a:t>in advance and come prepared.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D4756E-0D05-370B-7A99-159F792E9F7D}"/>
              </a:ext>
            </a:extLst>
          </p:cNvPr>
          <p:cNvSpPr txBox="1"/>
          <p:nvPr/>
        </p:nvSpPr>
        <p:spPr>
          <a:xfrm>
            <a:off x="750941" y="2975113"/>
            <a:ext cx="67824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600" dirty="0"/>
              <a:t>Please ask your supervisor about periods of </a:t>
            </a:r>
            <a:r>
              <a:rPr lang="en-US" altLang="en-US" sz="1600" b="1" dirty="0"/>
              <a:t>annual leave </a:t>
            </a:r>
            <a:r>
              <a:rPr lang="en-US" altLang="en-US" sz="1600" dirty="0"/>
              <a:t>and book your meetings around them.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526536-CB9D-4D67-9151-1F9C0E883E75}"/>
              </a:ext>
            </a:extLst>
          </p:cNvPr>
          <p:cNvSpPr txBox="1"/>
          <p:nvPr/>
        </p:nvSpPr>
        <p:spPr>
          <a:xfrm>
            <a:off x="750941" y="3671808"/>
            <a:ext cx="67824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600" dirty="0"/>
              <a:t>Please prepare </a:t>
            </a:r>
            <a:r>
              <a:rPr lang="en-US" altLang="en-US" sz="1600" b="1" dirty="0"/>
              <a:t>minutes</a:t>
            </a:r>
            <a:r>
              <a:rPr lang="en-US" altLang="en-US" sz="1600" dirty="0"/>
              <a:t> after each meeting, e-mail them to your supervisor, and include them as appendices in your dissertation.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312D8-7034-434F-BC3E-3A1282B03B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15375" y="6108700"/>
            <a:ext cx="428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655B80-F033-4F37-B3D9-81F39555C88C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5E3E12-C288-EFF8-4FAD-9DE0243F6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640" y="357188"/>
            <a:ext cx="5965784" cy="913347"/>
          </a:xfrm>
        </p:spPr>
        <p:txBody>
          <a:bodyPr/>
          <a:lstStyle/>
          <a:p>
            <a:pPr algn="ctr"/>
            <a:r>
              <a:rPr lang="en-GB" sz="4400" dirty="0"/>
              <a:t>Academic Integrity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1949C4-A0C5-32F4-FA60-E4E0CF0FD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8152" y="1467934"/>
            <a:ext cx="5465272" cy="347316"/>
          </a:xfrm>
        </p:spPr>
        <p:txBody>
          <a:bodyPr/>
          <a:lstStyle/>
          <a:p>
            <a:pPr marL="269875" indent="0"/>
            <a:r>
              <a:rPr lang="en-GB" dirty="0"/>
              <a:t>The university takes </a:t>
            </a:r>
            <a:r>
              <a:rPr lang="en-GB" b="1" dirty="0"/>
              <a:t>academic integrity</a:t>
            </a:r>
            <a:r>
              <a:rPr lang="en-GB" dirty="0"/>
              <a:t> very seriously. 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57AF361-CA97-CBD2-DC63-FFF9C68B11D9}"/>
              </a:ext>
            </a:extLst>
          </p:cNvPr>
          <p:cNvSpPr txBox="1">
            <a:spLocks/>
          </p:cNvSpPr>
          <p:nvPr/>
        </p:nvSpPr>
        <p:spPr>
          <a:xfrm>
            <a:off x="868150" y="1933024"/>
            <a:ext cx="5194719" cy="3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Ensure you upload the dissertation a few days before the deadline to give you plenty of time to obtain a </a:t>
            </a:r>
            <a:r>
              <a:rPr lang="en-GB" b="1" dirty="0"/>
              <a:t>similarity report</a:t>
            </a:r>
            <a:r>
              <a:rPr lang="en-GB" dirty="0"/>
              <a:t> and make the necessary changes.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4DD8CEF-914F-8F23-104D-9354DC78F745}"/>
              </a:ext>
            </a:extLst>
          </p:cNvPr>
          <p:cNvSpPr txBox="1">
            <a:spLocks/>
          </p:cNvSpPr>
          <p:nvPr/>
        </p:nvSpPr>
        <p:spPr>
          <a:xfrm>
            <a:off x="868149" y="2827901"/>
            <a:ext cx="5109137" cy="3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Suspected </a:t>
            </a:r>
            <a:r>
              <a:rPr lang="en-GB" b="1" dirty="0"/>
              <a:t>plagiarism</a:t>
            </a:r>
            <a:r>
              <a:rPr lang="en-GB" dirty="0"/>
              <a:t> will be investigated and could lead to a mark of zero, and the case reported at School level.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3A5BFD-BFEA-6CB3-9E90-C0D383D0F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597" y="0"/>
            <a:ext cx="2005046" cy="5143500"/>
          </a:xfrm>
          <a:prstGeom prst="rect">
            <a:avLst/>
          </a:prstGeom>
        </p:spPr>
      </p:pic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0D57270C-9ECB-7B30-0BDE-3F10D026FC84}"/>
              </a:ext>
            </a:extLst>
          </p:cNvPr>
          <p:cNvSpPr txBox="1">
            <a:spLocks/>
          </p:cNvSpPr>
          <p:nvPr/>
        </p:nvSpPr>
        <p:spPr>
          <a:xfrm>
            <a:off x="868148" y="3722778"/>
            <a:ext cx="5109137" cy="3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Suspected </a:t>
            </a:r>
            <a:r>
              <a:rPr lang="en-GB" b="1" dirty="0"/>
              <a:t>ghost writing </a:t>
            </a:r>
            <a:r>
              <a:rPr lang="en-GB" dirty="0"/>
              <a:t>will be investigated at University level and could lead to you being expelled. </a:t>
            </a:r>
          </a:p>
        </p:txBody>
      </p:sp>
    </p:spTree>
    <p:extLst>
      <p:ext uri="{BB962C8B-B14F-4D97-AF65-F5344CB8AC3E}">
        <p14:creationId xmlns:p14="http://schemas.microsoft.com/office/powerpoint/2010/main" val="811205802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312D8-7034-434F-BC3E-3A1282B03B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15375" y="6108700"/>
            <a:ext cx="428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655B80-F033-4F37-B3D9-81F39555C88C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5E3E12-C288-EFF8-4FAD-9DE0243F6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501" y="350562"/>
            <a:ext cx="5965784" cy="913347"/>
          </a:xfrm>
        </p:spPr>
        <p:txBody>
          <a:bodyPr/>
          <a:lstStyle/>
          <a:p>
            <a:pPr algn="ctr"/>
            <a:r>
              <a:rPr lang="en-GB" sz="4400" dirty="0"/>
              <a:t>If you are struggling…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1949C4-A0C5-32F4-FA60-E4E0CF0FD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8151" y="1467934"/>
            <a:ext cx="7199109" cy="347316"/>
          </a:xfrm>
        </p:spPr>
        <p:txBody>
          <a:bodyPr/>
          <a:lstStyle/>
          <a:p>
            <a:pPr marL="269875" indent="0"/>
            <a:r>
              <a:rPr lang="en-GB" dirty="0"/>
              <a:t>Speak to your supervisor at the earliest opportunity – they are there to help you.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57AF361-CA97-CBD2-DC63-FFF9C68B11D9}"/>
              </a:ext>
            </a:extLst>
          </p:cNvPr>
          <p:cNvSpPr txBox="1">
            <a:spLocks/>
          </p:cNvSpPr>
          <p:nvPr/>
        </p:nvSpPr>
        <p:spPr>
          <a:xfrm>
            <a:off x="868150" y="1933024"/>
            <a:ext cx="5194719" cy="3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Consider applying for an </a:t>
            </a:r>
            <a:r>
              <a:rPr lang="en-GB" b="1" dirty="0"/>
              <a:t>extension</a:t>
            </a:r>
            <a:r>
              <a:rPr lang="en-GB" dirty="0"/>
              <a:t>.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4DD8CEF-914F-8F23-104D-9354DC78F745}"/>
              </a:ext>
            </a:extLst>
          </p:cNvPr>
          <p:cNvSpPr txBox="1">
            <a:spLocks/>
          </p:cNvSpPr>
          <p:nvPr/>
        </p:nvSpPr>
        <p:spPr>
          <a:xfrm>
            <a:off x="868150" y="2863161"/>
            <a:ext cx="5109137" cy="3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Submit late and take a </a:t>
            </a:r>
            <a:r>
              <a:rPr lang="en-GB" b="1" dirty="0"/>
              <a:t>penalty</a:t>
            </a:r>
            <a:r>
              <a:rPr lang="en-GB" dirty="0"/>
              <a:t>.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0D57270C-9ECB-7B30-0BDE-3F10D026FC84}"/>
              </a:ext>
            </a:extLst>
          </p:cNvPr>
          <p:cNvSpPr txBox="1">
            <a:spLocks/>
          </p:cNvSpPr>
          <p:nvPr/>
        </p:nvSpPr>
        <p:spPr>
          <a:xfrm>
            <a:off x="868150" y="3328208"/>
            <a:ext cx="7199108" cy="3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Submit what you have, or submit nothing, and take the opportunity for </a:t>
            </a:r>
            <a:r>
              <a:rPr lang="en-GB" b="1" dirty="0"/>
              <a:t>reassessment</a:t>
            </a:r>
            <a:r>
              <a:rPr lang="en-GB" dirty="0"/>
              <a:t> (capped).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285A2DF-9053-C6C4-2587-63941BB0EC1B}"/>
              </a:ext>
            </a:extLst>
          </p:cNvPr>
          <p:cNvSpPr txBox="1">
            <a:spLocks/>
          </p:cNvSpPr>
          <p:nvPr/>
        </p:nvSpPr>
        <p:spPr>
          <a:xfrm>
            <a:off x="868150" y="2398114"/>
            <a:ext cx="5194719" cy="3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Consider applying for </a:t>
            </a:r>
            <a:r>
              <a:rPr lang="en-GB" b="1" dirty="0"/>
              <a:t>mitigation/deferral</a:t>
            </a:r>
            <a:r>
              <a:rPr lang="en-GB" dirty="0"/>
              <a:t>.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043A28B1-38A1-68EE-38F3-7D9EF382A577}"/>
              </a:ext>
            </a:extLst>
          </p:cNvPr>
          <p:cNvSpPr txBox="1">
            <a:spLocks/>
          </p:cNvSpPr>
          <p:nvPr/>
        </p:nvSpPr>
        <p:spPr>
          <a:xfrm>
            <a:off x="868150" y="4030573"/>
            <a:ext cx="7199108" cy="3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b="1" u="sng" dirty="0"/>
              <a:t>Do not</a:t>
            </a:r>
            <a:r>
              <a:rPr lang="en-GB" dirty="0"/>
              <a:t> attempt to plagiarise or submit work which is not your own, this could get you in serious trouble and lead to failure of your entire degree (or worse).</a:t>
            </a:r>
          </a:p>
        </p:txBody>
      </p:sp>
      <p:pic>
        <p:nvPicPr>
          <p:cNvPr id="1026" name="Picture 2" descr="😣 Persevering Face Emoji">
            <a:extLst>
              <a:ext uri="{FF2B5EF4-FFF2-40B4-BE49-F238E27FC236}">
                <a16:creationId xmlns:a16="http://schemas.microsoft.com/office/drawing/2014/main" id="{C0757C89-FC82-D5D9-446C-519E02CC1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704" y="80343"/>
            <a:ext cx="1350893" cy="1350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1275612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312D8-7034-434F-BC3E-3A1282B03B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15375" y="6108700"/>
            <a:ext cx="428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655B80-F033-4F37-B3D9-81F39555C88C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5E3E12-C288-EFF8-4FAD-9DE0243F6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639" y="357188"/>
            <a:ext cx="7509035" cy="913347"/>
          </a:xfrm>
        </p:spPr>
        <p:txBody>
          <a:bodyPr/>
          <a:lstStyle/>
          <a:p>
            <a:pPr algn="ctr"/>
            <a:r>
              <a:rPr lang="en-GB" sz="4400" dirty="0"/>
              <a:t>Dissertation Topics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08114C0-0600-F18A-B39B-EDAC446E3A5A}"/>
              </a:ext>
            </a:extLst>
          </p:cNvPr>
          <p:cNvSpPr txBox="1">
            <a:spLocks/>
          </p:cNvSpPr>
          <p:nvPr/>
        </p:nvSpPr>
        <p:spPr>
          <a:xfrm>
            <a:off x="1005447" y="1514525"/>
            <a:ext cx="6691555" cy="27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A list of research topics have been made available on the VLE. Use the google-form to make three selections.</a:t>
            </a:r>
          </a:p>
          <a:p>
            <a:pPr marL="269875" indent="0"/>
            <a:endParaRPr lang="en-GB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A8CF3E6-9CEE-72AA-692B-1B8F9DB26AFB}"/>
              </a:ext>
            </a:extLst>
          </p:cNvPr>
          <p:cNvSpPr txBox="1">
            <a:spLocks/>
          </p:cNvSpPr>
          <p:nvPr/>
        </p:nvSpPr>
        <p:spPr>
          <a:xfrm>
            <a:off x="1277644" y="3293392"/>
            <a:ext cx="6015516" cy="718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Note: if proposing your own topic, you must have already discussed your idea with a potential supervisor obtained their approval.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EF860FC-0536-CC8B-135C-1C3447E75FFE}"/>
              </a:ext>
            </a:extLst>
          </p:cNvPr>
          <p:cNvSpPr txBox="1">
            <a:spLocks/>
          </p:cNvSpPr>
          <p:nvPr/>
        </p:nvSpPr>
        <p:spPr>
          <a:xfrm>
            <a:off x="1005446" y="2376805"/>
            <a:ext cx="6871227" cy="75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We will do our best to allocate you to the supervisor who proposed your topic. However, limits to staff allocation quotas/availability mean this is not always possible.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53DC0EB3-F5C1-22C1-E94A-8970336FDF10}"/>
              </a:ext>
            </a:extLst>
          </p:cNvPr>
          <p:cNvSpPr txBox="1">
            <a:spLocks/>
          </p:cNvSpPr>
          <p:nvPr/>
        </p:nvSpPr>
        <p:spPr>
          <a:xfrm>
            <a:off x="1005446" y="2032634"/>
            <a:ext cx="6691555" cy="27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You may choose a listed topic, or propose your own.</a:t>
            </a:r>
          </a:p>
        </p:txBody>
      </p:sp>
    </p:spTree>
    <p:extLst>
      <p:ext uri="{BB962C8B-B14F-4D97-AF65-F5344CB8AC3E}">
        <p14:creationId xmlns:p14="http://schemas.microsoft.com/office/powerpoint/2010/main" val="1779324345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312D8-7034-434F-BC3E-3A1282B03B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15375" y="6108700"/>
            <a:ext cx="428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655B80-F033-4F37-B3D9-81F39555C88C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5E3E12-C288-EFF8-4FAD-9DE0243F6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0361" y="215348"/>
            <a:ext cx="4807336" cy="765934"/>
          </a:xfrm>
        </p:spPr>
        <p:txBody>
          <a:bodyPr/>
          <a:lstStyle/>
          <a:p>
            <a:pPr algn="ctr"/>
            <a:r>
              <a:rPr lang="en-GB" sz="4400" dirty="0"/>
              <a:t>Topic Examples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4FD84E5-C19E-2F8D-E552-C7026D832D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5079345"/>
              </p:ext>
            </p:extLst>
          </p:nvPr>
        </p:nvGraphicFramePr>
        <p:xfrm>
          <a:off x="2193236" y="1012169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BA50E88-F909-6B68-266C-18F95E0B4D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20050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995892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FE3D66-0DD0-804E-8D53-B64DCB833B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2: Assessment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A4E42A-CC2E-9A2C-C5B9-77BFC594EA04}"/>
              </a:ext>
            </a:extLst>
          </p:cNvPr>
          <p:cNvSpPr txBox="1"/>
          <p:nvPr/>
        </p:nvSpPr>
        <p:spPr>
          <a:xfrm>
            <a:off x="358775" y="4006030"/>
            <a:ext cx="4432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Introduction to formative and summative assessments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CA1A31-1166-C406-85A6-4B560771BF05}"/>
              </a:ext>
            </a:extLst>
          </p:cNvPr>
          <p:cNvSpPr txBox="1"/>
          <p:nvPr/>
        </p:nvSpPr>
        <p:spPr>
          <a:xfrm>
            <a:off x="5702715" y="4718333"/>
            <a:ext cx="184731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103841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312D8-7034-434F-BC3E-3A1282B03B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15375" y="6108700"/>
            <a:ext cx="428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655B80-F033-4F37-B3D9-81F39555C88C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5E3E12-C288-EFF8-4FAD-9DE0243F6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639" y="357188"/>
            <a:ext cx="7509035" cy="913347"/>
          </a:xfrm>
        </p:spPr>
        <p:txBody>
          <a:bodyPr/>
          <a:lstStyle/>
          <a:p>
            <a:pPr algn="ctr"/>
            <a:r>
              <a:rPr lang="en-GB" sz="4400" dirty="0"/>
              <a:t>How do I pass the module?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57AF361-CA97-CBD2-DC63-FFF9C68B11D9}"/>
              </a:ext>
            </a:extLst>
          </p:cNvPr>
          <p:cNvSpPr txBox="1">
            <a:spLocks/>
          </p:cNvSpPr>
          <p:nvPr/>
        </p:nvSpPr>
        <p:spPr>
          <a:xfrm>
            <a:off x="978372" y="4191325"/>
            <a:ext cx="3851436" cy="3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Must be uploaded to the VLE by 06/09/24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3948663-4F98-ACD9-39FE-2E4FD36799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9878609"/>
              </p:ext>
            </p:extLst>
          </p:nvPr>
        </p:nvGraphicFramePr>
        <p:xfrm>
          <a:off x="1470395" y="1697255"/>
          <a:ext cx="2867391" cy="2343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07D764F2-FB61-6D10-0A69-5BECCD525E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812494"/>
              </p:ext>
            </p:extLst>
          </p:nvPr>
        </p:nvGraphicFramePr>
        <p:xfrm>
          <a:off x="5460068" y="1836219"/>
          <a:ext cx="2505504" cy="1933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2001520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312D8-7034-434F-BC3E-3A1282B03B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15375" y="6108700"/>
            <a:ext cx="428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655B80-F033-4F37-B3D9-81F39555C88C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5E3E12-C288-EFF8-4FAD-9DE0243F6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639" y="357188"/>
            <a:ext cx="7509035" cy="913347"/>
          </a:xfrm>
        </p:spPr>
        <p:txBody>
          <a:bodyPr/>
          <a:lstStyle/>
          <a:p>
            <a:pPr algn="ctr"/>
            <a:r>
              <a:rPr lang="en-GB" sz="4400" dirty="0"/>
              <a:t>Graded Assessment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1949C4-A0C5-32F4-FA60-E4E0CF0FD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3983" y="1461095"/>
            <a:ext cx="6472716" cy="347316"/>
          </a:xfrm>
        </p:spPr>
        <p:txBody>
          <a:bodyPr/>
          <a:lstStyle/>
          <a:p>
            <a:pPr marL="269875" indent="0"/>
            <a:r>
              <a:rPr lang="en-GB" dirty="0"/>
              <a:t>Your grade for this module is based on two assessment components: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3948663-4F98-ACD9-39FE-2E4FD36799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0624453"/>
              </p:ext>
            </p:extLst>
          </p:nvPr>
        </p:nvGraphicFramePr>
        <p:xfrm>
          <a:off x="1765570" y="1344329"/>
          <a:ext cx="4901530" cy="30062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774633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312D8-7034-434F-BC3E-3A1282B03B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15375" y="6108700"/>
            <a:ext cx="428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655B80-F033-4F37-B3D9-81F39555C88C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5E3E12-C288-EFF8-4FAD-9DE0243F6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639" y="357188"/>
            <a:ext cx="7509035" cy="913347"/>
          </a:xfrm>
        </p:spPr>
        <p:txBody>
          <a:bodyPr/>
          <a:lstStyle/>
          <a:p>
            <a:pPr algn="ctr"/>
            <a:r>
              <a:rPr lang="en-GB" sz="4400" dirty="0"/>
              <a:t>Formative Assessment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1949C4-A0C5-32F4-FA60-E4E0CF0FD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3983" y="1461095"/>
            <a:ext cx="7694400" cy="585878"/>
          </a:xfrm>
        </p:spPr>
        <p:txBody>
          <a:bodyPr/>
          <a:lstStyle/>
          <a:p>
            <a:pPr marL="269875" indent="0"/>
            <a:r>
              <a:rPr lang="en-GB" dirty="0"/>
              <a:t>Formative assessment is for feedback only. You will not be marked, and the components do not count towards your final grade.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57AF361-CA97-CBD2-DC63-FFF9C68B11D9}"/>
              </a:ext>
            </a:extLst>
          </p:cNvPr>
          <p:cNvSpPr txBox="1">
            <a:spLocks/>
          </p:cNvSpPr>
          <p:nvPr/>
        </p:nvSpPr>
        <p:spPr>
          <a:xfrm>
            <a:off x="803384" y="2091085"/>
            <a:ext cx="5664793" cy="3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There are two pieces of formative assessment in this module:</a:t>
            </a:r>
          </a:p>
        </p:txBody>
      </p:sp>
      <p:sp>
        <p:nvSpPr>
          <p:cNvPr id="16" name="Rectangle: Rounded Corners 4">
            <a:extLst>
              <a:ext uri="{FF2B5EF4-FFF2-40B4-BE49-F238E27FC236}">
                <a16:creationId xmlns:a16="http://schemas.microsoft.com/office/drawing/2014/main" id="{73605CA3-6081-7E03-41F4-2B4759A36220}"/>
              </a:ext>
            </a:extLst>
          </p:cNvPr>
          <p:cNvSpPr txBox="1"/>
          <p:nvPr/>
        </p:nvSpPr>
        <p:spPr>
          <a:xfrm>
            <a:off x="3127471" y="2718592"/>
            <a:ext cx="1772526" cy="136827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i="0" kern="1200" dirty="0"/>
              <a:t>Proposal</a:t>
            </a:r>
            <a:endParaRPr lang="en-GB" sz="1200" kern="120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3948663-4F98-ACD9-39FE-2E4FD36799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6511208"/>
              </p:ext>
            </p:extLst>
          </p:nvPr>
        </p:nvGraphicFramePr>
        <p:xfrm>
          <a:off x="1937947" y="2532019"/>
          <a:ext cx="4368940" cy="19535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21506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Graphic spid="2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312D8-7034-434F-BC3E-3A1282B03B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15375" y="6108700"/>
            <a:ext cx="428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655B80-F033-4F37-B3D9-81F39555C88C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5E3E12-C288-EFF8-4FAD-9DE0243F6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639" y="357188"/>
            <a:ext cx="7509035" cy="913347"/>
          </a:xfrm>
        </p:spPr>
        <p:txBody>
          <a:bodyPr/>
          <a:lstStyle/>
          <a:p>
            <a:pPr algn="ctr"/>
            <a:r>
              <a:rPr lang="en-GB" sz="4400" dirty="0"/>
              <a:t>Proposal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1949C4-A0C5-32F4-FA60-E4E0CF0FD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3983" y="1461095"/>
            <a:ext cx="7694400" cy="347316"/>
          </a:xfrm>
        </p:spPr>
        <p:txBody>
          <a:bodyPr/>
          <a:lstStyle/>
          <a:p>
            <a:pPr marL="269875" indent="0"/>
            <a:r>
              <a:rPr lang="en-GB" dirty="0"/>
              <a:t>You must submit an academic proposal specifying the work you intend to carry out.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57AF361-CA97-CBD2-DC63-FFF9C68B11D9}"/>
              </a:ext>
            </a:extLst>
          </p:cNvPr>
          <p:cNvSpPr txBox="1">
            <a:spLocks/>
          </p:cNvSpPr>
          <p:nvPr/>
        </p:nvSpPr>
        <p:spPr>
          <a:xfrm>
            <a:off x="803983" y="1917427"/>
            <a:ext cx="5664793" cy="3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Due: 17</a:t>
            </a:r>
            <a:r>
              <a:rPr lang="en-GB" baseline="30000" dirty="0"/>
              <a:t>th</a:t>
            </a:r>
            <a:r>
              <a:rPr lang="en-GB" dirty="0"/>
              <a:t> May 2024.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4DD8CEF-914F-8F23-104D-9354DC78F745}"/>
              </a:ext>
            </a:extLst>
          </p:cNvPr>
          <p:cNvSpPr txBox="1">
            <a:spLocks/>
          </p:cNvSpPr>
          <p:nvPr/>
        </p:nvSpPr>
        <p:spPr>
          <a:xfrm>
            <a:off x="803983" y="2373759"/>
            <a:ext cx="6761474" cy="3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Word count: 2,000-3,000 words.</a:t>
            </a: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99429DD6-A7AC-5A79-88FE-B7AF1A7FC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325" y="2830091"/>
            <a:ext cx="1340519" cy="16979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hlinkClick r:id="rId4"/>
            <a:extLst>
              <a:ext uri="{FF2B5EF4-FFF2-40B4-BE49-F238E27FC236}">
                <a16:creationId xmlns:a16="http://schemas.microsoft.com/office/drawing/2014/main" id="{E97DE190-68C1-F074-F358-605E1702A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962" y="2830091"/>
            <a:ext cx="1203421" cy="16979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0460037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312D8-7034-434F-BC3E-3A1282B03B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15375" y="6108700"/>
            <a:ext cx="428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655B80-F033-4F37-B3D9-81F39555C88C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5E3E12-C288-EFF8-4FAD-9DE0243F6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640" y="357188"/>
            <a:ext cx="5965784" cy="913347"/>
          </a:xfrm>
        </p:spPr>
        <p:txBody>
          <a:bodyPr/>
          <a:lstStyle/>
          <a:p>
            <a:pPr algn="ctr"/>
            <a:r>
              <a:rPr lang="en-GB" sz="4400" dirty="0"/>
              <a:t>Draft Chapter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1949C4-A0C5-32F4-FA60-E4E0CF0FD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8152" y="1759478"/>
            <a:ext cx="5465272" cy="347316"/>
          </a:xfrm>
        </p:spPr>
        <p:txBody>
          <a:bodyPr/>
          <a:lstStyle/>
          <a:p>
            <a:pPr marL="269875" indent="0"/>
            <a:r>
              <a:rPr lang="en-GB" dirty="0"/>
              <a:t>You may submit </a:t>
            </a:r>
            <a:r>
              <a:rPr lang="en-GB" b="1" dirty="0"/>
              <a:t>one</a:t>
            </a:r>
            <a:r>
              <a:rPr lang="en-GB" dirty="0"/>
              <a:t> draft chapter to your supervisor for feedback.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57AF361-CA97-CBD2-DC63-FFF9C68B11D9}"/>
              </a:ext>
            </a:extLst>
          </p:cNvPr>
          <p:cNvSpPr txBox="1">
            <a:spLocks/>
          </p:cNvSpPr>
          <p:nvPr/>
        </p:nvSpPr>
        <p:spPr>
          <a:xfrm>
            <a:off x="868153" y="2421149"/>
            <a:ext cx="4733752" cy="3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Due: 14 June 2024.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4DD8CEF-914F-8F23-104D-9354DC78F745}"/>
              </a:ext>
            </a:extLst>
          </p:cNvPr>
          <p:cNvSpPr txBox="1">
            <a:spLocks/>
          </p:cNvSpPr>
          <p:nvPr/>
        </p:nvSpPr>
        <p:spPr>
          <a:xfrm>
            <a:off x="868151" y="2888912"/>
            <a:ext cx="5109137" cy="3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Must be either the Literature Review or the Methodology.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3A5BFD-BFEA-6CB3-9E90-C0D383D0F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597" y="0"/>
            <a:ext cx="2005046" cy="5143500"/>
          </a:xfrm>
          <a:prstGeom prst="rect">
            <a:avLst/>
          </a:prstGeom>
        </p:spPr>
      </p:pic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0D57270C-9ECB-7B30-0BDE-3F10D026FC84}"/>
              </a:ext>
            </a:extLst>
          </p:cNvPr>
          <p:cNvSpPr txBox="1">
            <a:spLocks/>
          </p:cNvSpPr>
          <p:nvPr/>
        </p:nvSpPr>
        <p:spPr>
          <a:xfrm>
            <a:off x="868151" y="3354002"/>
            <a:ext cx="5109137" cy="3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Feedback will only be provided once. There is no provision to go back and forth.</a:t>
            </a:r>
          </a:p>
        </p:txBody>
      </p:sp>
    </p:spTree>
    <p:extLst>
      <p:ext uri="{BB962C8B-B14F-4D97-AF65-F5344CB8AC3E}">
        <p14:creationId xmlns:p14="http://schemas.microsoft.com/office/powerpoint/2010/main" val="380377429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FE3D66-0DD0-804E-8D53-B64DCB833B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3: Assessment Details</a:t>
            </a:r>
          </a:p>
        </p:txBody>
      </p:sp>
    </p:spTree>
    <p:extLst>
      <p:ext uri="{BB962C8B-B14F-4D97-AF65-F5344CB8AC3E}">
        <p14:creationId xmlns:p14="http://schemas.microsoft.com/office/powerpoint/2010/main" val="2088354324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AB853E-C45F-C36F-F331-8F48753CFE90}"/>
              </a:ext>
            </a:extLst>
          </p:cNvPr>
          <p:cNvSpPr txBox="1"/>
          <p:nvPr/>
        </p:nvSpPr>
        <p:spPr>
          <a:xfrm>
            <a:off x="168966" y="4093487"/>
            <a:ext cx="8249478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1000"/>
              </a:spcAft>
            </a:pPr>
            <a:r>
              <a:rPr lang="en-GB" sz="1400" b="1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Exclusion of Literature Review-only Dissertations</a:t>
            </a:r>
            <a:r>
              <a:rPr lang="en-GB" sz="14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BCS Accreditation standards explicitly stipulate that dissertations solely based on literature review activities and/or user/market surveys are not acceptable within the scope of this module. Instead, our approach emphasises the importance of practical work and tangible outcomes to ensure that students gain valuable real-world experience.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312D8-7034-434F-BC3E-3A1282B03B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15375" y="6108700"/>
            <a:ext cx="428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655B80-F033-4F37-B3D9-81F39555C88C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5E3E12-C288-EFF8-4FAD-9DE0243F6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640" y="357188"/>
            <a:ext cx="6377718" cy="913347"/>
          </a:xfrm>
        </p:spPr>
        <p:txBody>
          <a:bodyPr/>
          <a:lstStyle/>
          <a:p>
            <a:pPr algn="ctr"/>
            <a:r>
              <a:rPr lang="en-GB" sz="4400" dirty="0"/>
              <a:t>Dissertation Types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1949C4-A0C5-32F4-FA60-E4E0CF0FD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7448" y="1473739"/>
            <a:ext cx="5657778" cy="284126"/>
          </a:xfrm>
        </p:spPr>
        <p:txBody>
          <a:bodyPr/>
          <a:lstStyle/>
          <a:p>
            <a:pPr marL="269875" indent="0"/>
            <a:r>
              <a:rPr lang="en-GB" dirty="0"/>
              <a:t>We accept two types of dissertation project: 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9A96AEA-AEBD-7EA3-70FC-3A23EC05BB9B}"/>
              </a:ext>
            </a:extLst>
          </p:cNvPr>
          <p:cNvSpPr txBox="1">
            <a:spLocks/>
          </p:cNvSpPr>
          <p:nvPr/>
        </p:nvSpPr>
        <p:spPr>
          <a:xfrm>
            <a:off x="1310912" y="1776222"/>
            <a:ext cx="3896355" cy="35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55625" indent="-285750">
              <a:buFont typeface="Arial" panose="020B0604020202020204" pitchFamily="34" charset="0"/>
              <a:buChar char="•"/>
            </a:pPr>
            <a:r>
              <a:rPr lang="en-GB" dirty="0"/>
              <a:t>A project based around a </a:t>
            </a:r>
            <a:r>
              <a:rPr lang="en-GB" b="1" u="sng" dirty="0"/>
              <a:t>product</a:t>
            </a:r>
            <a:r>
              <a:rPr lang="en-GB" dirty="0"/>
              <a:t>.</a:t>
            </a: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59F481C2-61AB-6166-5AB7-5DB11E5AC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272" y="158817"/>
            <a:ext cx="1339242" cy="19018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5DA5D48F-D89C-C7A2-ED73-5A446B907EDC}"/>
              </a:ext>
            </a:extLst>
          </p:cNvPr>
          <p:cNvSpPr txBox="1">
            <a:spLocks/>
          </p:cNvSpPr>
          <p:nvPr/>
        </p:nvSpPr>
        <p:spPr>
          <a:xfrm>
            <a:off x="1310912" y="2097063"/>
            <a:ext cx="4416120" cy="35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55625" indent="-285750">
              <a:buFont typeface="Arial" panose="020B0604020202020204" pitchFamily="34" charset="0"/>
              <a:buChar char="•"/>
            </a:pPr>
            <a:r>
              <a:rPr lang="en-GB" dirty="0"/>
              <a:t>A project based around an </a:t>
            </a:r>
            <a:r>
              <a:rPr lang="en-GB" b="1" u="sng" dirty="0"/>
              <a:t>empirical</a:t>
            </a:r>
            <a:r>
              <a:rPr lang="en-GB" dirty="0"/>
              <a:t> study.</a:t>
            </a: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1886B474-523E-F094-3ABA-241C3D797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453706"/>
              </p:ext>
            </p:extLst>
          </p:nvPr>
        </p:nvGraphicFramePr>
        <p:xfrm>
          <a:off x="438307" y="2399897"/>
          <a:ext cx="7688096" cy="165100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922024">
                  <a:extLst>
                    <a:ext uri="{9D8B030D-6E8A-4147-A177-3AD203B41FA5}">
                      <a16:colId xmlns:a16="http://schemas.microsoft.com/office/drawing/2014/main" val="3549081524"/>
                    </a:ext>
                  </a:extLst>
                </a:gridCol>
                <a:gridCol w="1922024">
                  <a:extLst>
                    <a:ext uri="{9D8B030D-6E8A-4147-A177-3AD203B41FA5}">
                      <a16:colId xmlns:a16="http://schemas.microsoft.com/office/drawing/2014/main" val="2110557767"/>
                    </a:ext>
                  </a:extLst>
                </a:gridCol>
                <a:gridCol w="1922024">
                  <a:extLst>
                    <a:ext uri="{9D8B030D-6E8A-4147-A177-3AD203B41FA5}">
                      <a16:colId xmlns:a16="http://schemas.microsoft.com/office/drawing/2014/main" val="3673257613"/>
                    </a:ext>
                  </a:extLst>
                </a:gridCol>
                <a:gridCol w="1922024">
                  <a:extLst>
                    <a:ext uri="{9D8B030D-6E8A-4147-A177-3AD203B41FA5}">
                      <a16:colId xmlns:a16="http://schemas.microsoft.com/office/drawing/2014/main" val="427239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Word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Other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115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200" dirty="0"/>
                        <a:t>10,000–15,000 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Product + Dissertation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Must demo the product to supervisors before submission.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496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Empirical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200" dirty="0"/>
                        <a:t>15,000-20,000 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Dissertation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Observations from data analytics, experiments, simulation or emulation.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511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264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312D8-7034-434F-BC3E-3A1282B03B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15375" y="6108700"/>
            <a:ext cx="428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655B80-F033-4F37-B3D9-81F39555C88C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5E3E12-C288-EFF8-4FAD-9DE0243F6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639" y="357188"/>
            <a:ext cx="7509035" cy="913347"/>
          </a:xfrm>
        </p:spPr>
        <p:txBody>
          <a:bodyPr/>
          <a:lstStyle/>
          <a:p>
            <a:pPr algn="ctr"/>
            <a:r>
              <a:rPr lang="en-GB" sz="4400" dirty="0"/>
              <a:t>Recorded Presentation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1949C4-A0C5-32F4-FA60-E4E0CF0FD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3982" y="1461095"/>
            <a:ext cx="7210653" cy="350060"/>
          </a:xfrm>
        </p:spPr>
        <p:txBody>
          <a:bodyPr/>
          <a:lstStyle/>
          <a:p>
            <a:pPr marL="269875" indent="0"/>
            <a:r>
              <a:rPr lang="en-GB" dirty="0"/>
              <a:t>You must </a:t>
            </a:r>
            <a:r>
              <a:rPr lang="en-GB" b="1" u="sng" dirty="0"/>
              <a:t>record</a:t>
            </a:r>
            <a:r>
              <a:rPr lang="en-GB" dirty="0"/>
              <a:t> a presentation outlining the rationale and key findings. This will also include a </a:t>
            </a:r>
            <a:r>
              <a:rPr lang="en-GB" b="1" u="sng" dirty="0"/>
              <a:t>technical demonstration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D36C5A0-6346-6072-72B2-C7723FE9394A}"/>
              </a:ext>
            </a:extLst>
          </p:cNvPr>
          <p:cNvSpPr txBox="1">
            <a:spLocks/>
          </p:cNvSpPr>
          <p:nvPr/>
        </p:nvSpPr>
        <p:spPr>
          <a:xfrm>
            <a:off x="803981" y="1989617"/>
            <a:ext cx="6052415" cy="35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The presentation should be between 10 to 15 minutes in length and </a:t>
            </a:r>
            <a:r>
              <a:rPr lang="en-GB" b="1" dirty="0"/>
              <a:t>MUST </a:t>
            </a:r>
            <a:r>
              <a:rPr lang="en-GB" dirty="0"/>
              <a:t>show your person (face).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30E5E133-7A96-D352-9AB1-DBD3EB6EA8A5}"/>
              </a:ext>
            </a:extLst>
          </p:cNvPr>
          <p:cNvSpPr txBox="1">
            <a:spLocks/>
          </p:cNvSpPr>
          <p:nvPr/>
        </p:nvSpPr>
        <p:spPr>
          <a:xfrm>
            <a:off x="814544" y="2991625"/>
            <a:ext cx="6567891" cy="62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You must upload your presentation to YouTube and </a:t>
            </a:r>
            <a:r>
              <a:rPr lang="en-GB" b="1" u="sng" dirty="0"/>
              <a:t>submit the URL of your video</a:t>
            </a:r>
            <a:r>
              <a:rPr lang="en-GB" dirty="0"/>
              <a:t> on the upload link provided in the VLE.</a:t>
            </a:r>
          </a:p>
        </p:txBody>
      </p:sp>
      <p:pic>
        <p:nvPicPr>
          <p:cNvPr id="13" name="Graphic 12" descr="Vlog with solid fill">
            <a:extLst>
              <a:ext uri="{FF2B5EF4-FFF2-40B4-BE49-F238E27FC236}">
                <a16:creationId xmlns:a16="http://schemas.microsoft.com/office/drawing/2014/main" id="{6645DAB5-A8B9-BBAF-EA85-702418E42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8447" y="3259221"/>
            <a:ext cx="1737360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286851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312D8-7034-434F-BC3E-3A1282B03B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15375" y="6108700"/>
            <a:ext cx="428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655B80-F033-4F37-B3D9-81F39555C88C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5E3E12-C288-EFF8-4FAD-9DE0243F6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639" y="357188"/>
            <a:ext cx="7509035" cy="913347"/>
          </a:xfrm>
        </p:spPr>
        <p:txBody>
          <a:bodyPr/>
          <a:lstStyle/>
          <a:p>
            <a:pPr algn="ctr"/>
            <a:r>
              <a:rPr lang="en-GB" sz="4400" dirty="0"/>
              <a:t>Live Q&amp;A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1949C4-A0C5-32F4-FA60-E4E0CF0FD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5106" y="1817229"/>
            <a:ext cx="7210653" cy="576253"/>
          </a:xfrm>
        </p:spPr>
        <p:txBody>
          <a:bodyPr/>
          <a:lstStyle/>
          <a:p>
            <a:pPr marL="269875" indent="0"/>
            <a:r>
              <a:rPr lang="en-GB" dirty="0"/>
              <a:t>You are expected to arrange a live Q&amp;A session with both your supervisor and your second marker.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D36C5A0-6346-6072-72B2-C7723FE9394A}"/>
              </a:ext>
            </a:extLst>
          </p:cNvPr>
          <p:cNvSpPr txBox="1">
            <a:spLocks/>
          </p:cNvSpPr>
          <p:nvPr/>
        </p:nvSpPr>
        <p:spPr>
          <a:xfrm>
            <a:off x="775103" y="2388328"/>
            <a:ext cx="7210653" cy="35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This may take place </a:t>
            </a:r>
            <a:r>
              <a:rPr lang="en-GB" b="1" u="sng" dirty="0"/>
              <a:t>online</a:t>
            </a:r>
            <a:r>
              <a:rPr lang="en-GB" dirty="0"/>
              <a:t> or </a:t>
            </a:r>
            <a:r>
              <a:rPr lang="en-GB" b="1" u="sng" dirty="0"/>
              <a:t>on-site</a:t>
            </a:r>
            <a:r>
              <a:rPr lang="en-GB" dirty="0"/>
              <a:t>, depending on the supervisory team's preference and the nature of your specific project. 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9A96AEA-AEBD-7EA3-70FC-3A23EC05BB9B}"/>
              </a:ext>
            </a:extLst>
          </p:cNvPr>
          <p:cNvSpPr txBox="1">
            <a:spLocks/>
          </p:cNvSpPr>
          <p:nvPr/>
        </p:nvSpPr>
        <p:spPr>
          <a:xfrm>
            <a:off x="775102" y="3008685"/>
            <a:ext cx="7210653" cy="35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The Q&amp;A should last approximately 15-20 minutes.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2FA72D2-E8DC-97BD-A43E-3865BD802FC9}"/>
              </a:ext>
            </a:extLst>
          </p:cNvPr>
          <p:cNvSpPr txBox="1">
            <a:spLocks/>
          </p:cNvSpPr>
          <p:nvPr/>
        </p:nvSpPr>
        <p:spPr>
          <a:xfrm>
            <a:off x="775102" y="3432443"/>
            <a:ext cx="6747308" cy="35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You may be asked to demo the product.</a:t>
            </a:r>
          </a:p>
        </p:txBody>
      </p:sp>
      <p:pic>
        <p:nvPicPr>
          <p:cNvPr id="3" name="Graphic 2" descr="Call center with solid fill">
            <a:extLst>
              <a:ext uri="{FF2B5EF4-FFF2-40B4-BE49-F238E27FC236}">
                <a16:creationId xmlns:a16="http://schemas.microsoft.com/office/drawing/2014/main" id="{8D0CE511-C3E7-8A47-9839-03669967D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7790" y="166146"/>
            <a:ext cx="1364270" cy="1364270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B5DD931-1FBE-D292-E307-F2A6E393E3E6}"/>
              </a:ext>
            </a:extLst>
          </p:cNvPr>
          <p:cNvSpPr txBox="1">
            <a:spLocks/>
          </p:cNvSpPr>
          <p:nvPr/>
        </p:nvSpPr>
        <p:spPr>
          <a:xfrm>
            <a:off x="775105" y="3856201"/>
            <a:ext cx="6747308" cy="35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9875" indent="0"/>
            <a:r>
              <a:rPr lang="en-GB" dirty="0"/>
              <a:t>The Q&amp;A is like a mini PhD viva where you are expected to defend your work, come prepared!</a:t>
            </a:r>
          </a:p>
        </p:txBody>
      </p:sp>
    </p:spTree>
    <p:extLst>
      <p:ext uri="{BB962C8B-B14F-4D97-AF65-F5344CB8AC3E}">
        <p14:creationId xmlns:p14="http://schemas.microsoft.com/office/powerpoint/2010/main" val="1079566010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4736" y="1613080"/>
            <a:ext cx="3571875" cy="267890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4850B1D-CFFD-BCA1-D135-03F21089F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639" y="357188"/>
            <a:ext cx="7509035" cy="913347"/>
          </a:xfrm>
        </p:spPr>
        <p:txBody>
          <a:bodyPr/>
          <a:lstStyle/>
          <a:p>
            <a:pPr algn="ctr"/>
            <a:r>
              <a:rPr lang="en-GB" sz="4400" dirty="0"/>
              <a:t>Questions?</a:t>
            </a:r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1_Office Theme">
  <a:themeElements>
    <a:clrScheme name="LBU 2018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753BBD"/>
      </a:accent1>
      <a:accent2>
        <a:srgbClr val="9161CA"/>
      </a:accent2>
      <a:accent3>
        <a:srgbClr val="AC89D7"/>
      </a:accent3>
      <a:accent4>
        <a:srgbClr val="C8B1E5"/>
      </a:accent4>
      <a:accent5>
        <a:srgbClr val="FCE300"/>
      </a:accent5>
      <a:accent6>
        <a:srgbClr val="05C3DE"/>
      </a:accent6>
      <a:hlink>
        <a:srgbClr val="FF585D"/>
      </a:hlink>
      <a:folHlink>
        <a:srgbClr val="00C3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1878</TotalTime>
  <Words>1757</Words>
  <Application>Microsoft Office PowerPoint</Application>
  <PresentationFormat>On-screen Show (16:9)</PresentationFormat>
  <Paragraphs>265</Paragraphs>
  <Slides>28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Calibri</vt:lpstr>
      <vt:lpstr>Arial</vt:lpstr>
      <vt:lpstr>Calibri Light</vt:lpstr>
      <vt:lpstr>1_Office Theme</vt:lpstr>
      <vt:lpstr>Office Theme</vt:lpstr>
      <vt:lpstr>MSc Dissertation</vt:lpstr>
      <vt:lpstr>Part 1: Introduction</vt:lpstr>
      <vt:lpstr>Module Teaching Staff</vt:lpstr>
      <vt:lpstr>Introduction</vt:lpstr>
      <vt:lpstr>Dissertation Timeline</vt:lpstr>
      <vt:lpstr>Introduction</vt:lpstr>
      <vt:lpstr>Module Aim and Objectives</vt:lpstr>
      <vt:lpstr>Roles</vt:lpstr>
      <vt:lpstr>Your Supervisory Team</vt:lpstr>
      <vt:lpstr>PowerPoint Presentation</vt:lpstr>
      <vt:lpstr>PowerPoint Presentation</vt:lpstr>
      <vt:lpstr>PowerPoint Presentation</vt:lpstr>
      <vt:lpstr>Supervision Expectations</vt:lpstr>
      <vt:lpstr>Academic Integrity</vt:lpstr>
      <vt:lpstr>If you are struggling…</vt:lpstr>
      <vt:lpstr>Dissertation Topics</vt:lpstr>
      <vt:lpstr>Topic Examples</vt:lpstr>
      <vt:lpstr>Part 2: Assessment Overview</vt:lpstr>
      <vt:lpstr>How do I pass the module?</vt:lpstr>
      <vt:lpstr>Graded Assessment</vt:lpstr>
      <vt:lpstr>Formative Assessment</vt:lpstr>
      <vt:lpstr>Proposal</vt:lpstr>
      <vt:lpstr>Draft Chapter</vt:lpstr>
      <vt:lpstr>Part 3: Assessment Details</vt:lpstr>
      <vt:lpstr>Dissertation Types</vt:lpstr>
      <vt:lpstr>Recorded Presentation</vt:lpstr>
      <vt:lpstr>Live Q&amp;A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Forensics &amp; Security</dc:title>
  <dc:creator>Bagheri Zadeh, Pooneh</dc:creator>
  <cp:lastModifiedBy>Voderhobli, Kiran</cp:lastModifiedBy>
  <cp:revision>211</cp:revision>
  <dcterms:modified xsi:type="dcterms:W3CDTF">2024-03-13T15:33:17Z</dcterms:modified>
</cp:coreProperties>
</file>